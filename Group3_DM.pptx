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306" r:id="rId2"/>
    <p:sldId id="300" r:id="rId3"/>
    <p:sldId id="307" r:id="rId4"/>
    <p:sldId id="311" r:id="rId5"/>
    <p:sldId id="331" r:id="rId6"/>
    <p:sldId id="312" r:id="rId7"/>
    <p:sldId id="314" r:id="rId8"/>
    <p:sldId id="316" r:id="rId9"/>
    <p:sldId id="317" r:id="rId10"/>
    <p:sldId id="315" r:id="rId11"/>
    <p:sldId id="313" r:id="rId12"/>
    <p:sldId id="318" r:id="rId13"/>
    <p:sldId id="319" r:id="rId14"/>
    <p:sldId id="320" r:id="rId15"/>
    <p:sldId id="321" r:id="rId16"/>
    <p:sldId id="330" r:id="rId17"/>
    <p:sldId id="303" r:id="rId18"/>
    <p:sldId id="323" r:id="rId19"/>
    <p:sldId id="324" r:id="rId20"/>
    <p:sldId id="325" r:id="rId21"/>
    <p:sldId id="326" r:id="rId22"/>
    <p:sldId id="327" r:id="rId23"/>
    <p:sldId id="328" r:id="rId24"/>
    <p:sldId id="329" r:id="rId25"/>
  </p:sldIdLst>
  <p:sldSz cx="18288000" cy="10287000"/>
  <p:notesSz cx="6858000" cy="9144000"/>
  <p:embeddedFontLst>
    <p:embeddedFont>
      <p:font typeface="Julius Sans One" panose="020B0604020202020204" charset="0"/>
      <p:regular r:id="rId27"/>
    </p:embeddedFont>
    <p:embeddedFont>
      <p:font typeface="Raleway Bold" panose="020B0604020202020204" charset="0"/>
      <p:regular r:id="rId28"/>
    </p:embeddedFont>
    <p:embeddedFont>
      <p:font typeface="Roboto Mono" panose="00000009000000000000" pitchFamily="49"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3B725-B06D-4A2F-A0D4-B790E3849389}" v="17" dt="2025-04-18T00:59:43.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57" autoAdjust="0"/>
  </p:normalViewPr>
  <p:slideViewPr>
    <p:cSldViewPr>
      <p:cViewPr varScale="1">
        <p:scale>
          <a:sx n="42" d="100"/>
          <a:sy n="42" d="100"/>
        </p:scale>
        <p:origin x="804"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tam Jain" userId="0b03dc1f567708e5" providerId="LiveId" clId="{2033B725-B06D-4A2F-A0D4-B790E3849389}"/>
    <pc:docChg chg="undo custSel addSld delSld modSld">
      <pc:chgData name="Gautam Jain" userId="0b03dc1f567708e5" providerId="LiveId" clId="{2033B725-B06D-4A2F-A0D4-B790E3849389}" dt="2025-04-17T21:34:29.333" v="318" actId="47"/>
      <pc:docMkLst>
        <pc:docMk/>
      </pc:docMkLst>
      <pc:sldChg chg="modTransition">
        <pc:chgData name="Gautam Jain" userId="0b03dc1f567708e5" providerId="LiveId" clId="{2033B725-B06D-4A2F-A0D4-B790E3849389}" dt="2025-04-17T16:06:13.294" v="1"/>
        <pc:sldMkLst>
          <pc:docMk/>
          <pc:sldMk cId="1283975024" sldId="300"/>
        </pc:sldMkLst>
      </pc:sldChg>
      <pc:sldChg chg="modTransition">
        <pc:chgData name="Gautam Jain" userId="0b03dc1f567708e5" providerId="LiveId" clId="{2033B725-B06D-4A2F-A0D4-B790E3849389}" dt="2025-04-17T16:06:13.294" v="1"/>
        <pc:sldMkLst>
          <pc:docMk/>
          <pc:sldMk cId="561895114" sldId="303"/>
        </pc:sldMkLst>
      </pc:sldChg>
      <pc:sldChg chg="addSp delSp modSp mod modTransition">
        <pc:chgData name="Gautam Jain" userId="0b03dc1f567708e5" providerId="LiveId" clId="{2033B725-B06D-4A2F-A0D4-B790E3849389}" dt="2025-04-17T20:42:04.269" v="222" actId="1076"/>
        <pc:sldMkLst>
          <pc:docMk/>
          <pc:sldMk cId="2045404700" sldId="306"/>
        </pc:sldMkLst>
        <pc:spChg chg="add mod">
          <ac:chgData name="Gautam Jain" userId="0b03dc1f567708e5" providerId="LiveId" clId="{2033B725-B06D-4A2F-A0D4-B790E3849389}" dt="2025-04-17T20:42:04.269" v="222" actId="1076"/>
          <ac:spMkLst>
            <pc:docMk/>
            <pc:sldMk cId="2045404700" sldId="306"/>
            <ac:spMk id="2" creationId="{7FA58D8C-2B32-5FDB-3E46-03A5A4A31476}"/>
          </ac:spMkLst>
        </pc:spChg>
        <pc:spChg chg="mod">
          <ac:chgData name="Gautam Jain" userId="0b03dc1f567708e5" providerId="LiveId" clId="{2033B725-B06D-4A2F-A0D4-B790E3849389}" dt="2025-04-17T20:41:59.634" v="221" actId="1076"/>
          <ac:spMkLst>
            <pc:docMk/>
            <pc:sldMk cId="2045404700" sldId="306"/>
            <ac:spMk id="26" creationId="{0F570140-E637-5A30-9376-DFF9D60AA530}"/>
          </ac:spMkLst>
        </pc:spChg>
        <pc:picChg chg="add del mod">
          <ac:chgData name="Gautam Jain" userId="0b03dc1f567708e5" providerId="LiveId" clId="{2033B725-B06D-4A2F-A0D4-B790E3849389}" dt="2025-04-17T20:41:56.690" v="220" actId="1076"/>
          <ac:picMkLst>
            <pc:docMk/>
            <pc:sldMk cId="2045404700" sldId="306"/>
            <ac:picMk id="25" creationId="{A2A4757D-E560-FCF3-B5DA-FC0F4D8AC4C1}"/>
          </ac:picMkLst>
        </pc:picChg>
      </pc:sldChg>
      <pc:sldChg chg="modTransition">
        <pc:chgData name="Gautam Jain" userId="0b03dc1f567708e5" providerId="LiveId" clId="{2033B725-B06D-4A2F-A0D4-B790E3849389}" dt="2025-04-17T16:06:13.294" v="1"/>
        <pc:sldMkLst>
          <pc:docMk/>
          <pc:sldMk cId="514283320" sldId="307"/>
        </pc:sldMkLst>
      </pc:sldChg>
      <pc:sldChg chg="modTransition">
        <pc:chgData name="Gautam Jain" userId="0b03dc1f567708e5" providerId="LiveId" clId="{2033B725-B06D-4A2F-A0D4-B790E3849389}" dt="2025-04-17T16:06:13.294" v="1"/>
        <pc:sldMkLst>
          <pc:docMk/>
          <pc:sldMk cId="187968579" sldId="311"/>
        </pc:sldMkLst>
      </pc:sldChg>
      <pc:sldChg chg="modTransition">
        <pc:chgData name="Gautam Jain" userId="0b03dc1f567708e5" providerId="LiveId" clId="{2033B725-B06D-4A2F-A0D4-B790E3849389}" dt="2025-04-17T16:06:13.294" v="1"/>
        <pc:sldMkLst>
          <pc:docMk/>
          <pc:sldMk cId="3408297223" sldId="312"/>
        </pc:sldMkLst>
      </pc:sldChg>
      <pc:sldChg chg="modTransition">
        <pc:chgData name="Gautam Jain" userId="0b03dc1f567708e5" providerId="LiveId" clId="{2033B725-B06D-4A2F-A0D4-B790E3849389}" dt="2025-04-17T16:06:13.294" v="1"/>
        <pc:sldMkLst>
          <pc:docMk/>
          <pc:sldMk cId="2697176208" sldId="313"/>
        </pc:sldMkLst>
      </pc:sldChg>
      <pc:sldChg chg="modTransition">
        <pc:chgData name="Gautam Jain" userId="0b03dc1f567708e5" providerId="LiveId" clId="{2033B725-B06D-4A2F-A0D4-B790E3849389}" dt="2025-04-17T16:06:13.294" v="1"/>
        <pc:sldMkLst>
          <pc:docMk/>
          <pc:sldMk cId="1638274624" sldId="314"/>
        </pc:sldMkLst>
      </pc:sldChg>
      <pc:sldChg chg="modTransition">
        <pc:chgData name="Gautam Jain" userId="0b03dc1f567708e5" providerId="LiveId" clId="{2033B725-B06D-4A2F-A0D4-B790E3849389}" dt="2025-04-17T16:06:13.294" v="1"/>
        <pc:sldMkLst>
          <pc:docMk/>
          <pc:sldMk cId="2119933809" sldId="315"/>
        </pc:sldMkLst>
      </pc:sldChg>
      <pc:sldChg chg="modTransition">
        <pc:chgData name="Gautam Jain" userId="0b03dc1f567708e5" providerId="LiveId" clId="{2033B725-B06D-4A2F-A0D4-B790E3849389}" dt="2025-04-17T16:06:13.294" v="1"/>
        <pc:sldMkLst>
          <pc:docMk/>
          <pc:sldMk cId="3009882507" sldId="316"/>
        </pc:sldMkLst>
      </pc:sldChg>
      <pc:sldChg chg="modTransition">
        <pc:chgData name="Gautam Jain" userId="0b03dc1f567708e5" providerId="LiveId" clId="{2033B725-B06D-4A2F-A0D4-B790E3849389}" dt="2025-04-17T16:06:13.294" v="1"/>
        <pc:sldMkLst>
          <pc:docMk/>
          <pc:sldMk cId="1222581549" sldId="317"/>
        </pc:sldMkLst>
      </pc:sldChg>
      <pc:sldChg chg="modTransition">
        <pc:chgData name="Gautam Jain" userId="0b03dc1f567708e5" providerId="LiveId" clId="{2033B725-B06D-4A2F-A0D4-B790E3849389}" dt="2025-04-17T16:06:13.294" v="1"/>
        <pc:sldMkLst>
          <pc:docMk/>
          <pc:sldMk cId="2050485515" sldId="318"/>
        </pc:sldMkLst>
      </pc:sldChg>
      <pc:sldChg chg="modTransition">
        <pc:chgData name="Gautam Jain" userId="0b03dc1f567708e5" providerId="LiveId" clId="{2033B725-B06D-4A2F-A0D4-B790E3849389}" dt="2025-04-17T16:06:13.294" v="1"/>
        <pc:sldMkLst>
          <pc:docMk/>
          <pc:sldMk cId="508439103" sldId="319"/>
        </pc:sldMkLst>
      </pc:sldChg>
      <pc:sldChg chg="modTransition">
        <pc:chgData name="Gautam Jain" userId="0b03dc1f567708e5" providerId="LiveId" clId="{2033B725-B06D-4A2F-A0D4-B790E3849389}" dt="2025-04-17T16:06:13.294" v="1"/>
        <pc:sldMkLst>
          <pc:docMk/>
          <pc:sldMk cId="2205003868" sldId="320"/>
        </pc:sldMkLst>
      </pc:sldChg>
      <pc:sldChg chg="modTransition">
        <pc:chgData name="Gautam Jain" userId="0b03dc1f567708e5" providerId="LiveId" clId="{2033B725-B06D-4A2F-A0D4-B790E3849389}" dt="2025-04-17T16:06:13.294" v="1"/>
        <pc:sldMkLst>
          <pc:docMk/>
          <pc:sldMk cId="3635144692" sldId="321"/>
        </pc:sldMkLst>
      </pc:sldChg>
      <pc:sldChg chg="modTransition">
        <pc:chgData name="Gautam Jain" userId="0b03dc1f567708e5" providerId="LiveId" clId="{2033B725-B06D-4A2F-A0D4-B790E3849389}" dt="2025-04-17T16:06:13.294" v="1"/>
        <pc:sldMkLst>
          <pc:docMk/>
          <pc:sldMk cId="32818159" sldId="323"/>
        </pc:sldMkLst>
      </pc:sldChg>
      <pc:sldChg chg="addSp modSp mod modTransition">
        <pc:chgData name="Gautam Jain" userId="0b03dc1f567708e5" providerId="LiveId" clId="{2033B725-B06D-4A2F-A0D4-B790E3849389}" dt="2025-04-17T21:33:11.414" v="317" actId="1076"/>
        <pc:sldMkLst>
          <pc:docMk/>
          <pc:sldMk cId="2852348824" sldId="324"/>
        </pc:sldMkLst>
        <pc:spChg chg="add mod">
          <ac:chgData name="Gautam Jain" userId="0b03dc1f567708e5" providerId="LiveId" clId="{2033B725-B06D-4A2F-A0D4-B790E3849389}" dt="2025-04-17T21:33:05.182" v="316" actId="1076"/>
          <ac:spMkLst>
            <pc:docMk/>
            <pc:sldMk cId="2852348824" sldId="324"/>
            <ac:spMk id="3" creationId="{A054E5D1-A339-C207-7D73-ADCD3E62AD9F}"/>
          </ac:spMkLst>
        </pc:spChg>
        <pc:spChg chg="add mod">
          <ac:chgData name="Gautam Jain" userId="0b03dc1f567708e5" providerId="LiveId" clId="{2033B725-B06D-4A2F-A0D4-B790E3849389}" dt="2025-04-17T21:33:11.414" v="317" actId="1076"/>
          <ac:spMkLst>
            <pc:docMk/>
            <pc:sldMk cId="2852348824" sldId="324"/>
            <ac:spMk id="7" creationId="{30ECE1C1-AEE0-BC0D-50F5-B4339B9A9478}"/>
          </ac:spMkLst>
        </pc:spChg>
        <pc:spChg chg="mod">
          <ac:chgData name="Gautam Jain" userId="0b03dc1f567708e5" providerId="LiveId" clId="{2033B725-B06D-4A2F-A0D4-B790E3849389}" dt="2025-04-17T21:27:47.105" v="272" actId="1076"/>
          <ac:spMkLst>
            <pc:docMk/>
            <pc:sldMk cId="2852348824" sldId="324"/>
            <ac:spMk id="15" creationId="{8E578F1D-4F03-5F4D-3405-83C15F6BB3E9}"/>
          </ac:spMkLst>
        </pc:spChg>
      </pc:sldChg>
      <pc:sldChg chg="addSp modSp mod modTransition">
        <pc:chgData name="Gautam Jain" userId="0b03dc1f567708e5" providerId="LiveId" clId="{2033B725-B06D-4A2F-A0D4-B790E3849389}" dt="2025-04-17T21:32:35.896" v="312" actId="207"/>
        <pc:sldMkLst>
          <pc:docMk/>
          <pc:sldMk cId="809277910" sldId="325"/>
        </pc:sldMkLst>
        <pc:spChg chg="add mod">
          <ac:chgData name="Gautam Jain" userId="0b03dc1f567708e5" providerId="LiveId" clId="{2033B725-B06D-4A2F-A0D4-B790E3849389}" dt="2025-04-17T21:32:35.896" v="312" actId="207"/>
          <ac:spMkLst>
            <pc:docMk/>
            <pc:sldMk cId="809277910" sldId="325"/>
            <ac:spMk id="2" creationId="{9CAF43F6-F812-439D-261A-E86AC27CB363}"/>
          </ac:spMkLst>
        </pc:spChg>
        <pc:spChg chg="add mod">
          <ac:chgData name="Gautam Jain" userId="0b03dc1f567708e5" providerId="LiveId" clId="{2033B725-B06D-4A2F-A0D4-B790E3849389}" dt="2025-04-17T21:31:20.642" v="304" actId="1076"/>
          <ac:spMkLst>
            <pc:docMk/>
            <pc:sldMk cId="809277910" sldId="325"/>
            <ac:spMk id="3" creationId="{AF5186A9-13F2-E7B8-1F1F-EC09C24E585E}"/>
          </ac:spMkLst>
        </pc:spChg>
        <pc:picChg chg="mod">
          <ac:chgData name="Gautam Jain" userId="0b03dc1f567708e5" providerId="LiveId" clId="{2033B725-B06D-4A2F-A0D4-B790E3849389}" dt="2025-04-17T21:31:16.915" v="303" actId="1076"/>
          <ac:picMkLst>
            <pc:docMk/>
            <pc:sldMk cId="809277910" sldId="325"/>
            <ac:picMk id="12" creationId="{9C01F505-C1F7-0A3D-A4E5-3483D7578C1F}"/>
          </ac:picMkLst>
        </pc:picChg>
      </pc:sldChg>
      <pc:sldChg chg="modTransition">
        <pc:chgData name="Gautam Jain" userId="0b03dc1f567708e5" providerId="LiveId" clId="{2033B725-B06D-4A2F-A0D4-B790E3849389}" dt="2025-04-17T16:06:13.294" v="1"/>
        <pc:sldMkLst>
          <pc:docMk/>
          <pc:sldMk cId="1370728541" sldId="326"/>
        </pc:sldMkLst>
      </pc:sldChg>
      <pc:sldChg chg="addSp delSp modSp mod modTransition">
        <pc:chgData name="Gautam Jain" userId="0b03dc1f567708e5" providerId="LiveId" clId="{2033B725-B06D-4A2F-A0D4-B790E3849389}" dt="2025-04-17T21:32:16.750" v="311" actId="207"/>
        <pc:sldMkLst>
          <pc:docMk/>
          <pc:sldMk cId="2472500684" sldId="327"/>
        </pc:sldMkLst>
        <pc:spChg chg="add del">
          <ac:chgData name="Gautam Jain" userId="0b03dc1f567708e5" providerId="LiveId" clId="{2033B725-B06D-4A2F-A0D4-B790E3849389}" dt="2025-04-17T21:23:27.921" v="224" actId="22"/>
          <ac:spMkLst>
            <pc:docMk/>
            <pc:sldMk cId="2472500684" sldId="327"/>
            <ac:spMk id="4" creationId="{2038D8AD-2BFC-1829-7096-8BCE6DFA25C2}"/>
          </ac:spMkLst>
        </pc:spChg>
        <pc:spChg chg="add del">
          <ac:chgData name="Gautam Jain" userId="0b03dc1f567708e5" providerId="LiveId" clId="{2033B725-B06D-4A2F-A0D4-B790E3849389}" dt="2025-04-17T21:23:41.400" v="226" actId="22"/>
          <ac:spMkLst>
            <pc:docMk/>
            <pc:sldMk cId="2472500684" sldId="327"/>
            <ac:spMk id="10" creationId="{278110B1-09FD-D7BB-4381-0DE23E1F97E2}"/>
          </ac:spMkLst>
        </pc:spChg>
        <pc:spChg chg="mod">
          <ac:chgData name="Gautam Jain" userId="0b03dc1f567708e5" providerId="LiveId" clId="{2033B725-B06D-4A2F-A0D4-B790E3849389}" dt="2025-04-17T21:31:35.904" v="305" actId="1076"/>
          <ac:spMkLst>
            <pc:docMk/>
            <pc:sldMk cId="2472500684" sldId="327"/>
            <ac:spMk id="12" creationId="{8E07596A-6E33-ABA8-DF9F-B0A5854033B4}"/>
          </ac:spMkLst>
        </pc:spChg>
        <pc:spChg chg="add mod">
          <ac:chgData name="Gautam Jain" userId="0b03dc1f567708e5" providerId="LiveId" clId="{2033B725-B06D-4A2F-A0D4-B790E3849389}" dt="2025-04-17T21:32:16.750" v="311" actId="207"/>
          <ac:spMkLst>
            <pc:docMk/>
            <pc:sldMk cId="2472500684" sldId="327"/>
            <ac:spMk id="13" creationId="{020451DC-E9A5-EB02-A120-FD91968C7512}"/>
          </ac:spMkLst>
        </pc:spChg>
        <pc:spChg chg="add mod">
          <ac:chgData name="Gautam Jain" userId="0b03dc1f567708e5" providerId="LiveId" clId="{2033B725-B06D-4A2F-A0D4-B790E3849389}" dt="2025-04-17T21:32:07.607" v="310"/>
          <ac:spMkLst>
            <pc:docMk/>
            <pc:sldMk cId="2472500684" sldId="327"/>
            <ac:spMk id="14" creationId="{31DF821F-D050-CEC3-C15B-24CFD1AAD3A3}"/>
          </ac:spMkLst>
        </pc:spChg>
        <pc:spChg chg="mod">
          <ac:chgData name="Gautam Jain" userId="0b03dc1f567708e5" providerId="LiveId" clId="{2033B725-B06D-4A2F-A0D4-B790E3849389}" dt="2025-04-17T17:35:55.318" v="111" actId="1076"/>
          <ac:spMkLst>
            <pc:docMk/>
            <pc:sldMk cId="2472500684" sldId="327"/>
            <ac:spMk id="15" creationId="{6FBD23BA-4CF0-7EC2-C9E6-212FAC1B62C5}"/>
          </ac:spMkLst>
        </pc:spChg>
        <pc:picChg chg="add del">
          <ac:chgData name="Gautam Jain" userId="0b03dc1f567708e5" providerId="LiveId" clId="{2033B725-B06D-4A2F-A0D4-B790E3849389}" dt="2025-04-17T17:35:40.414" v="106" actId="478"/>
          <ac:picMkLst>
            <pc:docMk/>
            <pc:sldMk cId="2472500684" sldId="327"/>
            <ac:picMk id="4" creationId="{D32847A7-0D3D-38F3-05B0-2C185D2627B9}"/>
          </ac:picMkLst>
        </pc:picChg>
        <pc:picChg chg="mod">
          <ac:chgData name="Gautam Jain" userId="0b03dc1f567708e5" providerId="LiveId" clId="{2033B725-B06D-4A2F-A0D4-B790E3849389}" dt="2025-04-17T17:35:52.246" v="110" actId="14100"/>
          <ac:picMkLst>
            <pc:docMk/>
            <pc:sldMk cId="2472500684" sldId="327"/>
            <ac:picMk id="8" creationId="{B4B88DFF-AD50-D4A8-3310-F22BEF996002}"/>
          </ac:picMkLst>
        </pc:picChg>
        <pc:picChg chg="mod">
          <ac:chgData name="Gautam Jain" userId="0b03dc1f567708e5" providerId="LiveId" clId="{2033B725-B06D-4A2F-A0D4-B790E3849389}" dt="2025-04-17T17:35:58.271" v="112" actId="14100"/>
          <ac:picMkLst>
            <pc:docMk/>
            <pc:sldMk cId="2472500684" sldId="327"/>
            <ac:picMk id="11" creationId="{CA371E09-B63B-C5E3-08E2-F61AF1D1EC31}"/>
          </ac:picMkLst>
        </pc:picChg>
      </pc:sldChg>
      <pc:sldChg chg="modSp modTransition modAnim">
        <pc:chgData name="Gautam Jain" userId="0b03dc1f567708e5" providerId="LiveId" clId="{2033B725-B06D-4A2F-A0D4-B790E3849389}" dt="2025-04-17T20:38:59.059" v="146"/>
        <pc:sldMkLst>
          <pc:docMk/>
          <pc:sldMk cId="2216980615" sldId="328"/>
        </pc:sldMkLst>
        <pc:spChg chg="mod">
          <ac:chgData name="Gautam Jain" userId="0b03dc1f567708e5" providerId="LiveId" clId="{2033B725-B06D-4A2F-A0D4-B790E3849389}" dt="2025-04-17T20:38:59.059" v="146"/>
          <ac:spMkLst>
            <pc:docMk/>
            <pc:sldMk cId="2216980615" sldId="328"/>
            <ac:spMk id="10" creationId="{8646C5C7-9BF8-9336-19BB-3356F60F302B}"/>
          </ac:spMkLst>
        </pc:spChg>
        <pc:spChg chg="mod">
          <ac:chgData name="Gautam Jain" userId="0b03dc1f567708e5" providerId="LiveId" clId="{2033B725-B06D-4A2F-A0D4-B790E3849389}" dt="2025-04-17T20:38:21.533" v="145"/>
          <ac:spMkLst>
            <pc:docMk/>
            <pc:sldMk cId="2216980615" sldId="328"/>
            <ac:spMk id="11" creationId="{636A91B2-242C-248A-6CA9-3AC055BBC85A}"/>
          </ac:spMkLst>
        </pc:spChg>
      </pc:sldChg>
      <pc:sldChg chg="modSp mod modTransition">
        <pc:chgData name="Gautam Jain" userId="0b03dc1f567708e5" providerId="LiveId" clId="{2033B725-B06D-4A2F-A0D4-B790E3849389}" dt="2025-04-17T17:36:35.010" v="136" actId="14100"/>
        <pc:sldMkLst>
          <pc:docMk/>
          <pc:sldMk cId="3813702374" sldId="329"/>
        </pc:sldMkLst>
        <pc:spChg chg="mod">
          <ac:chgData name="Gautam Jain" userId="0b03dc1f567708e5" providerId="LiveId" clId="{2033B725-B06D-4A2F-A0D4-B790E3849389}" dt="2025-04-17T17:36:27.311" v="133" actId="20577"/>
          <ac:spMkLst>
            <pc:docMk/>
            <pc:sldMk cId="3813702374" sldId="329"/>
            <ac:spMk id="53" creationId="{7ECF7D3D-DB2A-A021-46CE-B0DA6EEAEDEA}"/>
          </ac:spMkLst>
        </pc:spChg>
        <pc:grpChg chg="mod">
          <ac:chgData name="Gautam Jain" userId="0b03dc1f567708e5" providerId="LiveId" clId="{2033B725-B06D-4A2F-A0D4-B790E3849389}" dt="2025-04-17T17:36:35.010" v="136" actId="14100"/>
          <ac:grpSpMkLst>
            <pc:docMk/>
            <pc:sldMk cId="3813702374" sldId="329"/>
            <ac:grpSpMk id="50" creationId="{21241513-8E79-AE33-5692-0E3BD43B0B3F}"/>
          </ac:grpSpMkLst>
        </pc:grpChg>
      </pc:sldChg>
      <pc:sldChg chg="modTransition">
        <pc:chgData name="Gautam Jain" userId="0b03dc1f567708e5" providerId="LiveId" clId="{2033B725-B06D-4A2F-A0D4-B790E3849389}" dt="2025-04-17T16:06:13.294" v="1"/>
        <pc:sldMkLst>
          <pc:docMk/>
          <pc:sldMk cId="234318608" sldId="330"/>
        </pc:sldMkLst>
      </pc:sldChg>
      <pc:sldChg chg="modTransition">
        <pc:chgData name="Gautam Jain" userId="0b03dc1f567708e5" providerId="LiveId" clId="{2033B725-B06D-4A2F-A0D4-B790E3849389}" dt="2025-04-17T16:06:13.294" v="1"/>
        <pc:sldMkLst>
          <pc:docMk/>
          <pc:sldMk cId="3066411434" sldId="331"/>
        </pc:sldMkLst>
      </pc:sldChg>
      <pc:sldChg chg="new del">
        <pc:chgData name="Gautam Jain" userId="0b03dc1f567708e5" providerId="LiveId" clId="{2033B725-B06D-4A2F-A0D4-B790E3849389}" dt="2025-04-17T21:23:48.511" v="228" actId="47"/>
        <pc:sldMkLst>
          <pc:docMk/>
          <pc:sldMk cId="1399308736" sldId="332"/>
        </pc:sldMkLst>
      </pc:sldChg>
      <pc:sldChg chg="addSp delSp modSp add del mod">
        <pc:chgData name="Gautam Jain" userId="0b03dc1f567708e5" providerId="LiveId" clId="{2033B725-B06D-4A2F-A0D4-B790E3849389}" dt="2025-04-17T21:34:29.333" v="318" actId="47"/>
        <pc:sldMkLst>
          <pc:docMk/>
          <pc:sldMk cId="3797338085" sldId="332"/>
        </pc:sldMkLst>
        <pc:spChg chg="add del">
          <ac:chgData name="Gautam Jain" userId="0b03dc1f567708e5" providerId="LiveId" clId="{2033B725-B06D-4A2F-A0D4-B790E3849389}" dt="2025-04-17T21:24:22.811" v="236" actId="22"/>
          <ac:spMkLst>
            <pc:docMk/>
            <pc:sldMk cId="3797338085" sldId="332"/>
            <ac:spMk id="4" creationId="{7D3F9938-E3EC-5573-0643-4E719D54A8BA}"/>
          </ac:spMkLst>
        </pc:spChg>
        <pc:spChg chg="add mod">
          <ac:chgData name="Gautam Jain" userId="0b03dc1f567708e5" providerId="LiveId" clId="{2033B725-B06D-4A2F-A0D4-B790E3849389}" dt="2025-04-17T21:26:38.988" v="271" actId="1076"/>
          <ac:spMkLst>
            <pc:docMk/>
            <pc:sldMk cId="3797338085" sldId="332"/>
            <ac:spMk id="10" creationId="{BA7B7A16-EDCF-B66C-B523-7C1EA85E6561}"/>
          </ac:spMkLst>
        </pc:spChg>
        <pc:spChg chg="del">
          <ac:chgData name="Gautam Jain" userId="0b03dc1f567708e5" providerId="LiveId" clId="{2033B725-B06D-4A2F-A0D4-B790E3849389}" dt="2025-04-17T21:23:55.891" v="230" actId="478"/>
          <ac:spMkLst>
            <pc:docMk/>
            <pc:sldMk cId="3797338085" sldId="332"/>
            <ac:spMk id="12" creationId="{558CA585-C583-9614-DFA6-715CEA54F164}"/>
          </ac:spMkLst>
        </pc:spChg>
        <pc:spChg chg="add mod">
          <ac:chgData name="Gautam Jain" userId="0b03dc1f567708e5" providerId="LiveId" clId="{2033B725-B06D-4A2F-A0D4-B790E3849389}" dt="2025-04-17T21:26:29.703" v="270" actId="1076"/>
          <ac:spMkLst>
            <pc:docMk/>
            <pc:sldMk cId="3797338085" sldId="332"/>
            <ac:spMk id="14" creationId="{E176AFAB-BFDF-3D47-F5D2-967F86716B3D}"/>
          </ac:spMkLst>
        </pc:spChg>
        <pc:spChg chg="del mod">
          <ac:chgData name="Gautam Jain" userId="0b03dc1f567708e5" providerId="LiveId" clId="{2033B725-B06D-4A2F-A0D4-B790E3849389}" dt="2025-04-17T21:23:59.406" v="232" actId="478"/>
          <ac:spMkLst>
            <pc:docMk/>
            <pc:sldMk cId="3797338085" sldId="332"/>
            <ac:spMk id="15" creationId="{BD22321D-CEAA-C92F-E910-D9C31DDF1BBE}"/>
          </ac:spMkLst>
        </pc:spChg>
        <pc:spChg chg="add mod ord">
          <ac:chgData name="Gautam Jain" userId="0b03dc1f567708e5" providerId="LiveId" clId="{2033B725-B06D-4A2F-A0D4-B790E3849389}" dt="2025-04-17T21:26:21.934" v="269" actId="1076"/>
          <ac:spMkLst>
            <pc:docMk/>
            <pc:sldMk cId="3797338085" sldId="332"/>
            <ac:spMk id="16" creationId="{505ADA77-F286-C888-A6A9-53682AC33077}"/>
          </ac:spMkLst>
        </pc:spChg>
        <pc:picChg chg="del">
          <ac:chgData name="Gautam Jain" userId="0b03dc1f567708e5" providerId="LiveId" clId="{2033B725-B06D-4A2F-A0D4-B790E3849389}" dt="2025-04-17T21:23:55.891" v="230" actId="478"/>
          <ac:picMkLst>
            <pc:docMk/>
            <pc:sldMk cId="3797338085" sldId="332"/>
            <ac:picMk id="8" creationId="{FF13EED5-068F-FE59-2050-061D0CD08147}"/>
          </ac:picMkLst>
        </pc:picChg>
        <pc:picChg chg="del">
          <ac:chgData name="Gautam Jain" userId="0b03dc1f567708e5" providerId="LiveId" clId="{2033B725-B06D-4A2F-A0D4-B790E3849389}" dt="2025-04-17T21:23:55.891" v="230" actId="478"/>
          <ac:picMkLst>
            <pc:docMk/>
            <pc:sldMk cId="3797338085" sldId="332"/>
            <ac:picMk id="11" creationId="{E68A2169-8DB2-3B5F-AD34-7C804E818A3D}"/>
          </ac:picMkLst>
        </pc:picChg>
        <pc:picChg chg="add mod">
          <ac:chgData name="Gautam Jain" userId="0b03dc1f567708e5" providerId="LiveId" clId="{2033B725-B06D-4A2F-A0D4-B790E3849389}" dt="2025-04-17T21:24:09.839" v="234" actId="1076"/>
          <ac:picMkLst>
            <pc:docMk/>
            <pc:sldMk cId="3797338085" sldId="332"/>
            <ac:picMk id="1026" creationId="{6C9AE41A-D15A-ABEC-8E26-AE4C3621B0F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4D4E2C-21AD-4C8A-A39E-5A7A2CB28663}" type="datetimeFigureOut">
              <a:rPr lang="en-IN" smtClean="0"/>
              <a:t>17-04-2025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5B4D77-57E2-46A1-95F7-347B4F1B6703}" type="slidenum">
              <a:rPr lang="en-IN" smtClean="0"/>
              <a:t>‹#›</a:t>
            </a:fld>
            <a:endParaRPr lang="en-IN"/>
          </a:p>
        </p:txBody>
      </p:sp>
    </p:spTree>
    <p:extLst>
      <p:ext uri="{BB962C8B-B14F-4D97-AF65-F5344CB8AC3E}">
        <p14:creationId xmlns:p14="http://schemas.microsoft.com/office/powerpoint/2010/main" val="309458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3259D-3F36-E460-72E7-080F7EBD0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FE824-822E-C8D2-376C-1DE1FCDE7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85D19-D47C-A78A-D936-B5B5D1D4ED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6D284F-BC34-77D7-B40D-99DB91D800E4}"/>
              </a:ext>
            </a:extLst>
          </p:cNvPr>
          <p:cNvSpPr>
            <a:spLocks noGrp="1"/>
          </p:cNvSpPr>
          <p:nvPr>
            <p:ph type="sldNum" sz="quarter" idx="5"/>
          </p:nvPr>
        </p:nvSpPr>
        <p:spPr/>
        <p:txBody>
          <a:bodyPr/>
          <a:lstStyle/>
          <a:p>
            <a:fld id="{915B4D77-57E2-46A1-95F7-347B4F1B6703}" type="slidenum">
              <a:rPr lang="en-IN" smtClean="0"/>
              <a:t>1</a:t>
            </a:fld>
            <a:endParaRPr lang="en-IN"/>
          </a:p>
        </p:txBody>
      </p:sp>
    </p:spTree>
    <p:extLst>
      <p:ext uri="{BB962C8B-B14F-4D97-AF65-F5344CB8AC3E}">
        <p14:creationId xmlns:p14="http://schemas.microsoft.com/office/powerpoint/2010/main" val="1668610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1A5AB-19DF-7A83-BA55-701F5B24A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D3A2B-ED0C-3D60-0509-44B72BA75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AB271-ABD0-FC2E-C2CB-8C093D044D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FC3BCB-9A84-BDE7-708A-C026EB4EB5B9}"/>
              </a:ext>
            </a:extLst>
          </p:cNvPr>
          <p:cNvSpPr>
            <a:spLocks noGrp="1"/>
          </p:cNvSpPr>
          <p:nvPr>
            <p:ph type="sldNum" sz="quarter" idx="5"/>
          </p:nvPr>
        </p:nvSpPr>
        <p:spPr/>
        <p:txBody>
          <a:bodyPr/>
          <a:lstStyle/>
          <a:p>
            <a:fld id="{915B4D77-57E2-46A1-95F7-347B4F1B6703}" type="slidenum">
              <a:rPr lang="en-IN" smtClean="0"/>
              <a:t>2</a:t>
            </a:fld>
            <a:endParaRPr lang="en-IN"/>
          </a:p>
        </p:txBody>
      </p:sp>
    </p:spTree>
    <p:extLst>
      <p:ext uri="{BB962C8B-B14F-4D97-AF65-F5344CB8AC3E}">
        <p14:creationId xmlns:p14="http://schemas.microsoft.com/office/powerpoint/2010/main" val="181073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5B4D77-57E2-46A1-95F7-347B4F1B6703}" type="slidenum">
              <a:rPr lang="en-IN" smtClean="0"/>
              <a:t>3</a:t>
            </a:fld>
            <a:endParaRPr lang="en-IN"/>
          </a:p>
        </p:txBody>
      </p:sp>
    </p:spTree>
    <p:extLst>
      <p:ext uri="{BB962C8B-B14F-4D97-AF65-F5344CB8AC3E}">
        <p14:creationId xmlns:p14="http://schemas.microsoft.com/office/powerpoint/2010/main" val="3501953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105C9-5A9B-B9B0-6D7D-CF86F6BB5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29334-94BA-6DF4-8C7B-4AF3E39DC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B5412-EBE8-3E7D-B70A-BA73B76BE6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897A14-0E18-8A0A-0950-A3AB9519BC15}"/>
              </a:ext>
            </a:extLst>
          </p:cNvPr>
          <p:cNvSpPr>
            <a:spLocks noGrp="1"/>
          </p:cNvSpPr>
          <p:nvPr>
            <p:ph type="sldNum" sz="quarter" idx="5"/>
          </p:nvPr>
        </p:nvSpPr>
        <p:spPr/>
        <p:txBody>
          <a:bodyPr/>
          <a:lstStyle/>
          <a:p>
            <a:fld id="{915B4D77-57E2-46A1-95F7-347B4F1B6703}" type="slidenum">
              <a:rPr lang="en-IN" smtClean="0"/>
              <a:t>5</a:t>
            </a:fld>
            <a:endParaRPr lang="en-IN"/>
          </a:p>
        </p:txBody>
      </p:sp>
    </p:spTree>
    <p:extLst>
      <p:ext uri="{BB962C8B-B14F-4D97-AF65-F5344CB8AC3E}">
        <p14:creationId xmlns:p14="http://schemas.microsoft.com/office/powerpoint/2010/main" val="3343686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5B4D77-57E2-46A1-95F7-347B4F1B6703}" type="slidenum">
              <a:rPr lang="en-IN" smtClean="0"/>
              <a:t>6</a:t>
            </a:fld>
            <a:endParaRPr lang="en-IN"/>
          </a:p>
        </p:txBody>
      </p:sp>
    </p:spTree>
    <p:extLst>
      <p:ext uri="{BB962C8B-B14F-4D97-AF65-F5344CB8AC3E}">
        <p14:creationId xmlns:p14="http://schemas.microsoft.com/office/powerpoint/2010/main" val="149487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A7FFD-4178-F8C3-3E3F-2AD4CDD23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34585-EB8C-7A81-FD7A-3537BF30E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81E43-CC86-56E0-86D9-6ED6DD44295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DA5DD2-AF1E-85A4-FD22-EEE987A161C3}"/>
              </a:ext>
            </a:extLst>
          </p:cNvPr>
          <p:cNvSpPr>
            <a:spLocks noGrp="1"/>
          </p:cNvSpPr>
          <p:nvPr>
            <p:ph type="sldNum" sz="quarter" idx="5"/>
          </p:nvPr>
        </p:nvSpPr>
        <p:spPr/>
        <p:txBody>
          <a:bodyPr/>
          <a:lstStyle/>
          <a:p>
            <a:fld id="{915B4D77-57E2-46A1-95F7-347B4F1B6703}" type="slidenum">
              <a:rPr lang="en-IN" smtClean="0"/>
              <a:t>7</a:t>
            </a:fld>
            <a:endParaRPr lang="en-IN"/>
          </a:p>
        </p:txBody>
      </p:sp>
    </p:spTree>
    <p:extLst>
      <p:ext uri="{BB962C8B-B14F-4D97-AF65-F5344CB8AC3E}">
        <p14:creationId xmlns:p14="http://schemas.microsoft.com/office/powerpoint/2010/main" val="4112892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25F8-2299-2518-7DCA-351C805B9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82014-3100-651A-5787-7F96BA8B8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A8C33-6AA6-6047-99E0-A5572716E7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7F8E5C-5FF3-7141-D074-4C87682C9FEB}"/>
              </a:ext>
            </a:extLst>
          </p:cNvPr>
          <p:cNvSpPr>
            <a:spLocks noGrp="1"/>
          </p:cNvSpPr>
          <p:nvPr>
            <p:ph type="sldNum" sz="quarter" idx="5"/>
          </p:nvPr>
        </p:nvSpPr>
        <p:spPr/>
        <p:txBody>
          <a:bodyPr/>
          <a:lstStyle/>
          <a:p>
            <a:fld id="{915B4D77-57E2-46A1-95F7-347B4F1B6703}" type="slidenum">
              <a:rPr lang="en-IN" smtClean="0"/>
              <a:t>8</a:t>
            </a:fld>
            <a:endParaRPr lang="en-IN"/>
          </a:p>
        </p:txBody>
      </p:sp>
    </p:spTree>
    <p:extLst>
      <p:ext uri="{BB962C8B-B14F-4D97-AF65-F5344CB8AC3E}">
        <p14:creationId xmlns:p14="http://schemas.microsoft.com/office/powerpoint/2010/main" val="1935299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90BE-0595-A0AE-F4CF-242B97F51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A89AF-BE70-EB17-C0FC-948A2CBB9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51EBB-433C-B0C8-A0B2-9FCC847D50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20CD26-0C83-A82E-55B9-52E9BA019934}"/>
              </a:ext>
            </a:extLst>
          </p:cNvPr>
          <p:cNvSpPr>
            <a:spLocks noGrp="1"/>
          </p:cNvSpPr>
          <p:nvPr>
            <p:ph type="sldNum" sz="quarter" idx="5"/>
          </p:nvPr>
        </p:nvSpPr>
        <p:spPr/>
        <p:txBody>
          <a:bodyPr/>
          <a:lstStyle/>
          <a:p>
            <a:fld id="{915B4D77-57E2-46A1-95F7-347B4F1B6703}" type="slidenum">
              <a:rPr lang="en-IN" smtClean="0"/>
              <a:t>9</a:t>
            </a:fld>
            <a:endParaRPr lang="en-IN"/>
          </a:p>
        </p:txBody>
      </p:sp>
    </p:spTree>
    <p:extLst>
      <p:ext uri="{BB962C8B-B14F-4D97-AF65-F5344CB8AC3E}">
        <p14:creationId xmlns:p14="http://schemas.microsoft.com/office/powerpoint/2010/main" val="1036938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F229-3A68-399B-15CC-EA17A34E1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63053-453C-0F0E-39F2-C33C1BB2E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15DBAC-EAFE-EE13-9F87-78C868E7E3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B4B738-50CD-818A-9D51-34A4A743D753}"/>
              </a:ext>
            </a:extLst>
          </p:cNvPr>
          <p:cNvSpPr>
            <a:spLocks noGrp="1"/>
          </p:cNvSpPr>
          <p:nvPr>
            <p:ph type="sldNum" sz="quarter" idx="5"/>
          </p:nvPr>
        </p:nvSpPr>
        <p:spPr/>
        <p:txBody>
          <a:bodyPr/>
          <a:lstStyle/>
          <a:p>
            <a:fld id="{915B4D77-57E2-46A1-95F7-347B4F1B6703}" type="slidenum">
              <a:rPr lang="en-IN" smtClean="0"/>
              <a:t>10</a:t>
            </a:fld>
            <a:endParaRPr lang="en-IN"/>
          </a:p>
        </p:txBody>
      </p:sp>
    </p:spTree>
    <p:extLst>
      <p:ext uri="{BB962C8B-B14F-4D97-AF65-F5344CB8AC3E}">
        <p14:creationId xmlns:p14="http://schemas.microsoft.com/office/powerpoint/2010/main" val="3677648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E63F-4782-F649-F6EB-86BC040C9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FD6AC-E2B8-4121-5C85-0D4C6C513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AD41D-179C-AAE8-3B64-DE817219AD4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23248B-2303-3FB2-8696-3CBEA31B051A}"/>
              </a:ext>
            </a:extLst>
          </p:cNvPr>
          <p:cNvSpPr>
            <a:spLocks noGrp="1"/>
          </p:cNvSpPr>
          <p:nvPr>
            <p:ph type="sldNum" sz="quarter" idx="5"/>
          </p:nvPr>
        </p:nvSpPr>
        <p:spPr/>
        <p:txBody>
          <a:bodyPr/>
          <a:lstStyle/>
          <a:p>
            <a:fld id="{915B4D77-57E2-46A1-95F7-347B4F1B6703}" type="slidenum">
              <a:rPr lang="en-IN" smtClean="0"/>
              <a:t>11</a:t>
            </a:fld>
            <a:endParaRPr lang="en-IN"/>
          </a:p>
        </p:txBody>
      </p:sp>
    </p:spTree>
    <p:extLst>
      <p:ext uri="{BB962C8B-B14F-4D97-AF65-F5344CB8AC3E}">
        <p14:creationId xmlns:p14="http://schemas.microsoft.com/office/powerpoint/2010/main" val="2495611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E1187-FFEF-38F6-2DD0-8196D4074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61F45-AD37-09FE-B200-E40F80FEA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E9D17-01C7-91BB-836E-B912A5D7AE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99678E-705A-E3FA-FC58-D6E3C9E1BB6E}"/>
              </a:ext>
            </a:extLst>
          </p:cNvPr>
          <p:cNvSpPr>
            <a:spLocks noGrp="1"/>
          </p:cNvSpPr>
          <p:nvPr>
            <p:ph type="sldNum" sz="quarter" idx="5"/>
          </p:nvPr>
        </p:nvSpPr>
        <p:spPr/>
        <p:txBody>
          <a:bodyPr/>
          <a:lstStyle/>
          <a:p>
            <a:fld id="{915B4D77-57E2-46A1-95F7-347B4F1B6703}" type="slidenum">
              <a:rPr lang="en-IN" smtClean="0"/>
              <a:t>12</a:t>
            </a:fld>
            <a:endParaRPr lang="en-IN"/>
          </a:p>
        </p:txBody>
      </p:sp>
    </p:spTree>
    <p:extLst>
      <p:ext uri="{BB962C8B-B14F-4D97-AF65-F5344CB8AC3E}">
        <p14:creationId xmlns:p14="http://schemas.microsoft.com/office/powerpoint/2010/main" val="2210143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1328-E16E-E41F-E677-19A7F6465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500AC-4D3C-2D95-C525-4721BC587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AB874-B0C0-445E-B0E6-E23B6275C7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24C63F-694A-BE3E-8662-8BF4D0FEBFDB}"/>
              </a:ext>
            </a:extLst>
          </p:cNvPr>
          <p:cNvSpPr>
            <a:spLocks noGrp="1"/>
          </p:cNvSpPr>
          <p:nvPr>
            <p:ph type="sldNum" sz="quarter" idx="5"/>
          </p:nvPr>
        </p:nvSpPr>
        <p:spPr/>
        <p:txBody>
          <a:bodyPr/>
          <a:lstStyle/>
          <a:p>
            <a:fld id="{915B4D77-57E2-46A1-95F7-347B4F1B6703}" type="slidenum">
              <a:rPr lang="en-IN" smtClean="0"/>
              <a:t>13</a:t>
            </a:fld>
            <a:endParaRPr lang="en-IN"/>
          </a:p>
        </p:txBody>
      </p:sp>
    </p:spTree>
    <p:extLst>
      <p:ext uri="{BB962C8B-B14F-4D97-AF65-F5344CB8AC3E}">
        <p14:creationId xmlns:p14="http://schemas.microsoft.com/office/powerpoint/2010/main" val="2629275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662D8-8FDE-E65F-9D9D-5A48EC2EE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DFEA8-CC7D-526B-8415-C9EF53EC4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A5792-72B6-972C-ECAE-79CF744D84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9B94DC-B538-C7FB-30DC-940E6B54AE20}"/>
              </a:ext>
            </a:extLst>
          </p:cNvPr>
          <p:cNvSpPr>
            <a:spLocks noGrp="1"/>
          </p:cNvSpPr>
          <p:nvPr>
            <p:ph type="sldNum" sz="quarter" idx="5"/>
          </p:nvPr>
        </p:nvSpPr>
        <p:spPr/>
        <p:txBody>
          <a:bodyPr/>
          <a:lstStyle/>
          <a:p>
            <a:fld id="{915B4D77-57E2-46A1-95F7-347B4F1B6703}" type="slidenum">
              <a:rPr lang="en-IN" smtClean="0"/>
              <a:t>14</a:t>
            </a:fld>
            <a:endParaRPr lang="en-IN"/>
          </a:p>
        </p:txBody>
      </p:sp>
    </p:spTree>
    <p:extLst>
      <p:ext uri="{BB962C8B-B14F-4D97-AF65-F5344CB8AC3E}">
        <p14:creationId xmlns:p14="http://schemas.microsoft.com/office/powerpoint/2010/main" val="2830331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8C6C-F8FE-2260-43AC-55F28792B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25D79-E5E1-9D68-93B9-E6F828C80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C17E8-BD5A-FBC6-6ADE-4FF5B83F2F7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898B64-CF91-366B-9ECA-1F31E427E8F9}"/>
              </a:ext>
            </a:extLst>
          </p:cNvPr>
          <p:cNvSpPr>
            <a:spLocks noGrp="1"/>
          </p:cNvSpPr>
          <p:nvPr>
            <p:ph type="sldNum" sz="quarter" idx="5"/>
          </p:nvPr>
        </p:nvSpPr>
        <p:spPr/>
        <p:txBody>
          <a:bodyPr/>
          <a:lstStyle/>
          <a:p>
            <a:fld id="{915B4D77-57E2-46A1-95F7-347B4F1B6703}" type="slidenum">
              <a:rPr lang="en-IN" smtClean="0"/>
              <a:t>15</a:t>
            </a:fld>
            <a:endParaRPr lang="en-IN"/>
          </a:p>
        </p:txBody>
      </p:sp>
    </p:spTree>
    <p:extLst>
      <p:ext uri="{BB962C8B-B14F-4D97-AF65-F5344CB8AC3E}">
        <p14:creationId xmlns:p14="http://schemas.microsoft.com/office/powerpoint/2010/main" val="126507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file:///C:\Users\Hp\Downloads\BOSHealth_DM%20project.pdf" TargetMode="External"/><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svg"/><Relationship Id="rId7"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8.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10.svg"/><Relationship Id="rId10" Type="http://schemas.openxmlformats.org/officeDocument/2006/relationships/image" Target="../media/image25.png"/><Relationship Id="rId4" Type="http://schemas.openxmlformats.org/officeDocument/2006/relationships/image" Target="../media/image9.png"/><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svg"/><Relationship Id="rId7" Type="http://schemas.openxmlformats.org/officeDocument/2006/relationships/image" Target="../media/image26.png"/><Relationship Id="rId12" Type="http://schemas.openxmlformats.org/officeDocument/2006/relationships/hyperlink" Target="https://www.figma.com/proto/eL64KQ6uFqfuBiTJo4Xpxb/Emergency-Dispatch---Patient?node-id=1-2109&amp;p=f&amp;t=lvhEEZfMGPLedTrn-0&amp;scaling=scale-down&amp;content-scaling=fixed&amp;page-id=0%3A1"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10.svg"/><Relationship Id="rId10"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hyperlink" Target="https://www.figma.com/proto/5dxOzEV9VPb78SsIrVCCLj/Hospital-Interface---BosHealth?node-id=1-5&amp;t=xUIqusfgM0hn3EE5-1" TargetMode="External"/><Relationship Id="rId3" Type="http://schemas.openxmlformats.org/officeDocument/2006/relationships/image" Target="../media/image8.svg"/><Relationship Id="rId7"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0.sv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8.svg"/><Relationship Id="rId7" Type="http://schemas.openxmlformats.org/officeDocument/2006/relationships/image" Target="../media/image3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36.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8.svg"/><Relationship Id="rId7" Type="http://schemas.openxmlformats.org/officeDocument/2006/relationships/image" Target="../media/image34.png"/><Relationship Id="rId12" Type="http://schemas.openxmlformats.org/officeDocument/2006/relationships/hyperlink" Target="https://www.figma.com/proto/E0pjlMehGS4hqPmYgrkdLc/Dispatcher-Interface-final----BosHealth?node-id=1-1746&amp;p=f&amp;t=0h6XLfy0KxDS0PvX-1&amp;scaling=scale-down&amp;content-scaling=fixed&amp;page-id=0%3A1"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10.svg"/><Relationship Id="rId10" Type="http://schemas.openxmlformats.org/officeDocument/2006/relationships/image" Target="../media/image37.png"/><Relationship Id="rId4" Type="http://schemas.openxmlformats.org/officeDocument/2006/relationships/image" Target="../media/image9.png"/><Relationship Id="rId9" Type="http://schemas.openxmlformats.org/officeDocument/2006/relationships/image" Target="../media/image36.png"/></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8.svg"/><Relationship Id="rId7"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0.svg"/><Relationship Id="rId10" Type="http://schemas.openxmlformats.org/officeDocument/2006/relationships/image" Target="../media/image43.png"/><Relationship Id="rId4" Type="http://schemas.openxmlformats.org/officeDocument/2006/relationships/image" Target="../media/image9.png"/><Relationship Id="rId9"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10.sv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A08A924D-4CE2-17F8-3494-3587CD0476A5}"/>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A2A4757D-E560-FCF3-B5DA-FC0F4D8AC4C1}"/>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a:off x="-19269" y="17569"/>
            <a:ext cx="9828222" cy="10269432"/>
          </a:xfrm>
          <a:prstGeom prst="rect">
            <a:avLst/>
          </a:prstGeom>
        </p:spPr>
      </p:pic>
      <p:sp>
        <p:nvSpPr>
          <p:cNvPr id="6" name="Title 1">
            <a:extLst>
              <a:ext uri="{FF2B5EF4-FFF2-40B4-BE49-F238E27FC236}">
                <a16:creationId xmlns:a16="http://schemas.microsoft.com/office/drawing/2014/main" id="{1256CCD2-6A0B-C2EF-7D5B-AF188BC8595C}"/>
              </a:ext>
            </a:extLst>
          </p:cNvPr>
          <p:cNvSpPr txBox="1">
            <a:spLocks/>
          </p:cNvSpPr>
          <p:nvPr/>
        </p:nvSpPr>
        <p:spPr>
          <a:xfrm>
            <a:off x="1139257" y="2141522"/>
            <a:ext cx="6552903" cy="2935262"/>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81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818E664-5F6F-E2F6-BEEC-49599837511C}"/>
              </a:ext>
            </a:extLst>
          </p:cNvPr>
          <p:cNvSpPr txBox="1"/>
          <p:nvPr/>
        </p:nvSpPr>
        <p:spPr>
          <a:xfrm>
            <a:off x="9756225" y="8348008"/>
            <a:ext cx="8531775" cy="1938992"/>
          </a:xfrm>
          <a:prstGeom prst="rect">
            <a:avLst/>
          </a:prstGeom>
          <a:solidFill>
            <a:schemeClr val="accent6">
              <a:lumMod val="75000"/>
            </a:schemeClr>
          </a:solidFill>
        </p:spPr>
        <p:txBody>
          <a:bodyPr wrap="square">
            <a:spAutoFit/>
          </a:bodyPr>
          <a:lstStyle/>
          <a:p>
            <a:pPr algn="ctr"/>
            <a:r>
              <a:rPr lang="en-US" sz="6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BOSHealth</a:t>
            </a:r>
            <a:r>
              <a:rPr lang="en-US" sz="6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Emergency Response System</a:t>
            </a:r>
            <a:endParaRPr lang="en-IN" sz="6000" dirty="0">
              <a:solidFill>
                <a:schemeClr val="bg1"/>
              </a:solidFill>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8D022176-72CA-4BE3-DD09-C2E24873D07B}"/>
              </a:ext>
            </a:extLst>
          </p:cNvPr>
          <p:cNvSpPr txBox="1">
            <a:spLocks/>
          </p:cNvSpPr>
          <p:nvPr/>
        </p:nvSpPr>
        <p:spPr>
          <a:xfrm>
            <a:off x="3309324" y="1014270"/>
            <a:ext cx="6552903" cy="110573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5400" b="1" dirty="0">
                <a:solidFill>
                  <a:schemeClr val="bg1"/>
                </a:solidFill>
                <a:latin typeface="Times New Roman" panose="02020603050405020304" pitchFamily="18" charset="0"/>
                <a:cs typeface="Times New Roman" panose="02020603050405020304" pitchFamily="18" charset="0"/>
              </a:rPr>
              <a:t>The TEAM</a:t>
            </a:r>
            <a:endParaRPr lang="en-IN" sz="5400" b="1" dirty="0">
              <a:solidFill>
                <a:schemeClr val="bg1"/>
              </a:solidFill>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2EAB6E63-17F9-AD77-6624-81A2C537F2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5324" y="2371600"/>
            <a:ext cx="2704687" cy="2704687"/>
          </a:xfrm>
          <a:prstGeom prst="rect">
            <a:avLst/>
          </a:prstGeom>
        </p:spPr>
      </p:pic>
      <p:sp>
        <p:nvSpPr>
          <p:cNvPr id="18" name="TextBox 17">
            <a:extLst>
              <a:ext uri="{FF2B5EF4-FFF2-40B4-BE49-F238E27FC236}">
                <a16:creationId xmlns:a16="http://schemas.microsoft.com/office/drawing/2014/main" id="{1C518264-138A-05D0-4EE1-5B604C350938}"/>
              </a:ext>
            </a:extLst>
          </p:cNvPr>
          <p:cNvSpPr txBox="1"/>
          <p:nvPr/>
        </p:nvSpPr>
        <p:spPr>
          <a:xfrm>
            <a:off x="660128" y="5098305"/>
            <a:ext cx="2296905"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Gautam Jain</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EB84754-3149-D8BD-1D61-67964304716C}"/>
              </a:ext>
            </a:extLst>
          </p:cNvPr>
          <p:cNvSpPr txBox="1"/>
          <p:nvPr/>
        </p:nvSpPr>
        <p:spPr>
          <a:xfrm>
            <a:off x="6897508" y="5143500"/>
            <a:ext cx="2296905"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Nikhita Thota</a:t>
            </a:r>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A2931FE-3845-D520-106E-843742593B66}"/>
              </a:ext>
            </a:extLst>
          </p:cNvPr>
          <p:cNvSpPr txBox="1"/>
          <p:nvPr/>
        </p:nvSpPr>
        <p:spPr>
          <a:xfrm>
            <a:off x="3527612" y="5143500"/>
            <a:ext cx="2987804"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Varsha Chhabria</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D4DE556-4D05-4F5B-16EE-1FBD99638E5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756224" y="0"/>
            <a:ext cx="8531775" cy="8348008"/>
          </a:xfrm>
          <a:prstGeom prst="rect">
            <a:avLst/>
          </a:prstGeom>
        </p:spPr>
      </p:pic>
      <p:pic>
        <p:nvPicPr>
          <p:cNvPr id="7" name="Picture 6">
            <a:extLst>
              <a:ext uri="{FF2B5EF4-FFF2-40B4-BE49-F238E27FC236}">
                <a16:creationId xmlns:a16="http://schemas.microsoft.com/office/drawing/2014/main" id="{AB63DC0D-8CF5-2096-1327-7B78F1CC003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04336" y="2371600"/>
            <a:ext cx="2704687" cy="2704687"/>
          </a:xfrm>
          <a:prstGeom prst="rect">
            <a:avLst/>
          </a:prstGeom>
        </p:spPr>
      </p:pic>
      <p:pic>
        <p:nvPicPr>
          <p:cNvPr id="10" name="Picture 9">
            <a:extLst>
              <a:ext uri="{FF2B5EF4-FFF2-40B4-BE49-F238E27FC236}">
                <a16:creationId xmlns:a16="http://schemas.microsoft.com/office/drawing/2014/main" id="{9CAEEAFB-0C91-A349-EF07-868CA7E40C2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65986" y="2250766"/>
            <a:ext cx="2704686" cy="2826018"/>
          </a:xfrm>
          <a:prstGeom prst="rect">
            <a:avLst/>
          </a:prstGeom>
        </p:spPr>
      </p:pic>
      <p:sp>
        <p:nvSpPr>
          <p:cNvPr id="26" name="TextBox 25">
            <a:extLst>
              <a:ext uri="{FF2B5EF4-FFF2-40B4-BE49-F238E27FC236}">
                <a16:creationId xmlns:a16="http://schemas.microsoft.com/office/drawing/2014/main" id="{0F570140-E637-5A30-9376-DFF9D60AA530}"/>
              </a:ext>
            </a:extLst>
          </p:cNvPr>
          <p:cNvSpPr txBox="1"/>
          <p:nvPr/>
        </p:nvSpPr>
        <p:spPr>
          <a:xfrm>
            <a:off x="508585" y="6131377"/>
            <a:ext cx="8531775" cy="2308324"/>
          </a:xfrm>
          <a:prstGeom prst="rect">
            <a:avLst/>
          </a:prstGeom>
          <a:noFill/>
        </p:spPr>
        <p:txBody>
          <a:bodyPr wrap="square" rtlCol="0">
            <a:spAutoFit/>
          </a:bodyPr>
          <a:lstStyle/>
          <a:p>
            <a:r>
              <a:rPr lang="en-US" sz="4800" b="1" dirty="0">
                <a:solidFill>
                  <a:schemeClr val="bg1"/>
                </a:solidFill>
                <a:latin typeface="Times New Roman" panose="02020603050405020304" pitchFamily="18" charset="0"/>
                <a:cs typeface="Times New Roman" panose="02020603050405020304" pitchFamily="18" charset="0"/>
              </a:rPr>
              <a:t>Team’s Vision:</a:t>
            </a:r>
          </a:p>
          <a:p>
            <a:r>
              <a:rPr lang="en-US" sz="4800" b="1" dirty="0">
                <a:solidFill>
                  <a:schemeClr val="bg1"/>
                </a:solidFill>
                <a:latin typeface="Times New Roman" panose="02020603050405020304" pitchFamily="18" charset="0"/>
                <a:cs typeface="Times New Roman" panose="02020603050405020304" pitchFamily="18" charset="0"/>
              </a:rPr>
              <a:t>Emergencies don’t wait — and with </a:t>
            </a:r>
            <a:r>
              <a:rPr lang="en-US" sz="4800" b="1" dirty="0" err="1">
                <a:solidFill>
                  <a:schemeClr val="bg1"/>
                </a:solidFill>
                <a:latin typeface="Times New Roman" panose="02020603050405020304" pitchFamily="18" charset="0"/>
                <a:cs typeface="Times New Roman" panose="02020603050405020304" pitchFamily="18" charset="0"/>
              </a:rPr>
              <a:t>BosHealth</a:t>
            </a:r>
            <a:r>
              <a:rPr lang="en-US" sz="4800" b="1" dirty="0">
                <a:solidFill>
                  <a:schemeClr val="bg1"/>
                </a:solidFill>
                <a:latin typeface="Times New Roman" panose="02020603050405020304" pitchFamily="18" charset="0"/>
                <a:cs typeface="Times New Roman" panose="02020603050405020304" pitchFamily="18" charset="0"/>
              </a:rPr>
              <a:t>, neither do you.</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FA58D8C-2B32-5FDB-3E46-03A5A4A31476}"/>
              </a:ext>
            </a:extLst>
          </p:cNvPr>
          <p:cNvSpPr txBox="1"/>
          <p:nvPr/>
        </p:nvSpPr>
        <p:spPr>
          <a:xfrm>
            <a:off x="508585" y="8736805"/>
            <a:ext cx="8531775" cy="138499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PS NOTE: We recommend watching the ppt in slideshow for better transitions. For detailed understanding please refer to the document </a:t>
            </a:r>
            <a:r>
              <a:rPr lang="en-US" sz="2800" dirty="0">
                <a:solidFill>
                  <a:schemeClr val="bg1"/>
                </a:solidFill>
                <a:latin typeface="Times New Roman" panose="02020603050405020304" pitchFamily="18" charset="0"/>
                <a:cs typeface="Times New Roman" panose="02020603050405020304" pitchFamily="18" charset="0"/>
                <a:hlinkClick r:id="rId8"/>
              </a:rPr>
              <a:t>LINK</a:t>
            </a:r>
            <a:endParaRPr lang="en-IN"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404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505EDDFD-F313-1A7A-B43A-2CEC901758F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D20F70A-7FC6-69B7-23C1-21D89A166532}"/>
              </a:ext>
            </a:extLst>
          </p:cNvPr>
          <p:cNvSpPr txBox="1">
            <a:spLocks/>
          </p:cNvSpPr>
          <p:nvPr/>
        </p:nvSpPr>
        <p:spPr>
          <a:xfrm>
            <a:off x="960120" y="488054"/>
            <a:ext cx="6552903" cy="2935262"/>
          </a:xfrm>
          <a:prstGeom prst="rect">
            <a:avLst/>
          </a:prstGeom>
        </p:spPr>
        <p:txBody>
          <a:bodyPr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8100" dirty="0"/>
          </a:p>
        </p:txBody>
      </p:sp>
      <p:sp>
        <p:nvSpPr>
          <p:cNvPr id="15" name="TextBox 14">
            <a:extLst>
              <a:ext uri="{FF2B5EF4-FFF2-40B4-BE49-F238E27FC236}">
                <a16:creationId xmlns:a16="http://schemas.microsoft.com/office/drawing/2014/main" id="{157FF360-D118-50ED-4E4F-F56D29B0C597}"/>
              </a:ext>
            </a:extLst>
          </p:cNvPr>
          <p:cNvSpPr txBox="1"/>
          <p:nvPr/>
        </p:nvSpPr>
        <p:spPr>
          <a:xfrm>
            <a:off x="-38100" y="0"/>
            <a:ext cx="18364200" cy="1200329"/>
          </a:xfrm>
          <a:prstGeom prst="rect">
            <a:avLst/>
          </a:prstGeom>
          <a:solidFill>
            <a:schemeClr val="accent6">
              <a:lumMod val="75000"/>
            </a:schemeClr>
          </a:solidFill>
        </p:spPr>
        <p:txBody>
          <a:bodyPr wrap="square">
            <a:spAutoFit/>
          </a:bodyPr>
          <a:lstStyle/>
          <a:p>
            <a:pPr algn="ctr"/>
            <a:r>
              <a:rPr lang="en-US" sz="7200" dirty="0">
                <a:solidFill>
                  <a:schemeClr val="bg1"/>
                </a:solidFill>
              </a:rPr>
              <a:t>EXECUTIVE SUMMARY: Where do we IMPROVE?</a:t>
            </a:r>
            <a:endParaRPr lang="en-IN" sz="7200" dirty="0">
              <a:solidFill>
                <a:schemeClr val="bg1"/>
              </a:solidFill>
            </a:endParaRPr>
          </a:p>
        </p:txBody>
      </p:sp>
      <p:sp>
        <p:nvSpPr>
          <p:cNvPr id="10" name="TextBox 9">
            <a:extLst>
              <a:ext uri="{FF2B5EF4-FFF2-40B4-BE49-F238E27FC236}">
                <a16:creationId xmlns:a16="http://schemas.microsoft.com/office/drawing/2014/main" id="{79DC5C93-38AC-C4B3-E461-8524BC66E37D}"/>
              </a:ext>
            </a:extLst>
          </p:cNvPr>
          <p:cNvSpPr txBox="1"/>
          <p:nvPr/>
        </p:nvSpPr>
        <p:spPr>
          <a:xfrm>
            <a:off x="273424" y="1409700"/>
            <a:ext cx="10591800" cy="9140964"/>
          </a:xfrm>
          <a:prstGeom prst="rect">
            <a:avLst/>
          </a:prstGeom>
          <a:noFill/>
        </p:spPr>
        <p:txBody>
          <a:bodyPr wrap="square" rtlCol="0">
            <a:spAutoFit/>
          </a:bodyPr>
          <a:lstStyle/>
          <a:p>
            <a:pPr marL="457200" indent="-457200" algn="l">
              <a:buFont typeface="Arial" panose="020B0604020202020204" pitchFamily="34" charset="0"/>
              <a:buChar char="•"/>
            </a:pPr>
            <a:r>
              <a:rPr lang="en-US" sz="2800" b="1" i="0" dirty="0">
                <a:solidFill>
                  <a:schemeClr val="bg1"/>
                </a:solidFill>
                <a:effectLst/>
                <a:latin typeface="Times New Roman" panose="02020603050405020304" pitchFamily="18" charset="0"/>
                <a:cs typeface="Times New Roman" panose="02020603050405020304" pitchFamily="18" charset="0"/>
              </a:rPr>
              <a:t>Imagine a World Without Emergency Response Delays: </a:t>
            </a:r>
            <a:r>
              <a:rPr lang="en-US" sz="2800" i="0" dirty="0" err="1">
                <a:solidFill>
                  <a:schemeClr val="bg1"/>
                </a:solidFill>
                <a:effectLst/>
                <a:latin typeface="Times New Roman" panose="02020603050405020304" pitchFamily="18" charset="0"/>
                <a:cs typeface="Times New Roman" panose="02020603050405020304" pitchFamily="18" charset="0"/>
              </a:rPr>
              <a:t>BOSHealth</a:t>
            </a:r>
            <a:r>
              <a:rPr lang="en-US" sz="2800" i="0" dirty="0">
                <a:solidFill>
                  <a:schemeClr val="bg1"/>
                </a:solidFill>
                <a:effectLst/>
                <a:latin typeface="Times New Roman" panose="02020603050405020304" pitchFamily="18" charset="0"/>
                <a:cs typeface="Times New Roman" panose="02020603050405020304" pitchFamily="18" charset="0"/>
              </a:rPr>
              <a:t> is a smart emergency response system poised to eliminate critical delays by instantly connecting patients, dispatchers, and hospitals, transforming emergency care as we know it.</a:t>
            </a:r>
          </a:p>
          <a:p>
            <a:pPr marL="457200" indent="-457200" algn="l">
              <a:buFont typeface="Arial" panose="020B0604020202020204" pitchFamily="34" charset="0"/>
              <a:buChar char="•"/>
            </a:pPr>
            <a:endParaRPr lang="en-US" sz="2800" b="1" i="0" dirty="0">
              <a:solidFill>
                <a:schemeClr val="bg1"/>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800" b="1" i="0" dirty="0">
                <a:solidFill>
                  <a:schemeClr val="bg1"/>
                </a:solidFill>
                <a:effectLst/>
                <a:latin typeface="Times New Roman" panose="02020603050405020304" pitchFamily="18" charset="0"/>
                <a:cs typeface="Times New Roman" panose="02020603050405020304" pitchFamily="18" charset="0"/>
              </a:rPr>
              <a:t>Your Health in Your Hands: </a:t>
            </a:r>
            <a:r>
              <a:rPr lang="en-US" sz="2800" i="0" dirty="0">
                <a:solidFill>
                  <a:schemeClr val="bg1"/>
                </a:solidFill>
                <a:effectLst/>
                <a:latin typeface="Times New Roman" panose="02020603050405020304" pitchFamily="18" charset="0"/>
                <a:cs typeface="Times New Roman" panose="02020603050405020304" pitchFamily="18" charset="0"/>
              </a:rPr>
              <a:t>With dedicated interfaces for patients, dispatchers, and hospitals, our mobile app empowers you to request ambulances, track arrival times, and securely share vital medical information, ensuring a coordinated response when every second counts.</a:t>
            </a:r>
          </a:p>
          <a:p>
            <a:pPr marL="457200" indent="-457200" algn="l">
              <a:buFont typeface="Arial" panose="020B0604020202020204" pitchFamily="34" charset="0"/>
              <a:buChar char="•"/>
            </a:pPr>
            <a:endParaRPr lang="en-US" sz="2800" i="0" dirty="0">
              <a:solidFill>
                <a:schemeClr val="bg1"/>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800" b="1" i="0" dirty="0">
                <a:solidFill>
                  <a:schemeClr val="bg1"/>
                </a:solidFill>
                <a:effectLst/>
                <a:latin typeface="Times New Roman" panose="02020603050405020304" pitchFamily="18" charset="0"/>
                <a:cs typeface="Times New Roman" panose="02020603050405020304" pitchFamily="18" charset="0"/>
              </a:rPr>
              <a:t>Real-Time Data, Real-Time Decisions: </a:t>
            </a:r>
            <a:r>
              <a:rPr lang="en-US" sz="2800" i="0" dirty="0" err="1">
                <a:solidFill>
                  <a:schemeClr val="bg1"/>
                </a:solidFill>
                <a:effectLst/>
                <a:latin typeface="Times New Roman" panose="02020603050405020304" pitchFamily="18" charset="0"/>
                <a:cs typeface="Times New Roman" panose="02020603050405020304" pitchFamily="18" charset="0"/>
              </a:rPr>
              <a:t>BOSHealth's</a:t>
            </a:r>
            <a:r>
              <a:rPr lang="en-US" sz="2800" i="0" dirty="0">
                <a:solidFill>
                  <a:schemeClr val="bg1"/>
                </a:solidFill>
                <a:effectLst/>
                <a:latin typeface="Times New Roman" panose="02020603050405020304" pitchFamily="18" charset="0"/>
                <a:cs typeface="Times New Roman" panose="02020603050405020304" pitchFamily="18" charset="0"/>
              </a:rPr>
              <a:t> live and executive dashboards provide unprecedented real-time visibility into ambulance locations, case severity, and hospital capacity, enabling smarter, data-driven decisions that save lives.</a:t>
            </a:r>
          </a:p>
          <a:p>
            <a:pPr marL="457200" indent="-457200" algn="l">
              <a:buFont typeface="Arial" panose="020B0604020202020204" pitchFamily="34" charset="0"/>
              <a:buChar char="•"/>
            </a:pPr>
            <a:endParaRPr lang="en-US" sz="2800" b="1" i="0" dirty="0">
              <a:solidFill>
                <a:schemeClr val="bg1"/>
              </a:solidFill>
              <a:effectLst/>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800" b="1" i="0" dirty="0">
                <a:solidFill>
                  <a:schemeClr val="bg1"/>
                </a:solidFill>
                <a:effectLst/>
                <a:latin typeface="Times New Roman" panose="02020603050405020304" pitchFamily="18" charset="0"/>
                <a:cs typeface="Times New Roman" panose="02020603050405020304" pitchFamily="18" charset="0"/>
              </a:rPr>
              <a:t>Built for Everyone, Everywhere: </a:t>
            </a:r>
            <a:r>
              <a:rPr lang="en-US" sz="2800" i="0" dirty="0">
                <a:solidFill>
                  <a:schemeClr val="bg1"/>
                </a:solidFill>
                <a:effectLst/>
                <a:latin typeface="Times New Roman" panose="02020603050405020304" pitchFamily="18" charset="0"/>
                <a:cs typeface="Times New Roman" panose="02020603050405020304" pitchFamily="18" charset="0"/>
              </a:rPr>
              <a:t>Designed with user-centricity at its core, </a:t>
            </a:r>
            <a:r>
              <a:rPr lang="en-US" sz="2800" i="0" dirty="0" err="1">
                <a:solidFill>
                  <a:schemeClr val="bg1"/>
                </a:solidFill>
                <a:effectLst/>
                <a:latin typeface="Times New Roman" panose="02020603050405020304" pitchFamily="18" charset="0"/>
                <a:cs typeface="Times New Roman" panose="02020603050405020304" pitchFamily="18" charset="0"/>
              </a:rPr>
              <a:t>BOSHealth</a:t>
            </a:r>
            <a:r>
              <a:rPr lang="en-US" sz="2800" i="0" dirty="0">
                <a:solidFill>
                  <a:schemeClr val="bg1"/>
                </a:solidFill>
                <a:effectLst/>
                <a:latin typeface="Times New Roman" panose="02020603050405020304" pitchFamily="18" charset="0"/>
                <a:cs typeface="Times New Roman" panose="02020603050405020304" pitchFamily="18" charset="0"/>
              </a:rPr>
              <a:t> caters to diverse needs, from tech-savvy individuals to older adults living alone, ensuring inclusive access to emergency care through intuitive interfaces and accessibility features.</a:t>
            </a:r>
          </a:p>
          <a:p>
            <a:pPr algn="l"/>
            <a:endParaRPr lang="en-US" sz="2800" b="1" i="0" dirty="0">
              <a:solidFill>
                <a:schemeClr val="bg1"/>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4E38DBC-233D-68EE-2285-733C48A95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1146036"/>
            <a:ext cx="7315200" cy="9140964"/>
          </a:xfrm>
          <a:prstGeom prst="rect">
            <a:avLst/>
          </a:prstGeom>
        </p:spPr>
      </p:pic>
    </p:spTree>
    <p:extLst>
      <p:ext uri="{BB962C8B-B14F-4D97-AF65-F5344CB8AC3E}">
        <p14:creationId xmlns:p14="http://schemas.microsoft.com/office/powerpoint/2010/main" val="1283975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5A7AE9C9-697F-C42A-8F24-84C4A9637082}"/>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05A305FC-0EF6-FEF2-F8C1-C7A761557419}"/>
              </a:ext>
            </a:extLst>
          </p:cNvPr>
          <p:cNvGrpSpPr/>
          <p:nvPr/>
        </p:nvGrpSpPr>
        <p:grpSpPr>
          <a:xfrm>
            <a:off x="-19493" y="0"/>
            <a:ext cx="8332221" cy="1138871"/>
            <a:chOff x="0" y="0"/>
            <a:chExt cx="7728616" cy="1518494"/>
          </a:xfrm>
        </p:grpSpPr>
        <p:sp>
          <p:nvSpPr>
            <p:cNvPr id="51" name="Freeform 38">
              <a:extLst>
                <a:ext uri="{FF2B5EF4-FFF2-40B4-BE49-F238E27FC236}">
                  <a16:creationId xmlns:a16="http://schemas.microsoft.com/office/drawing/2014/main" id="{EEE49908-8A34-835A-E8A5-E769D70B6EC7}"/>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2" name="Freeform 39">
              <a:extLst>
                <a:ext uri="{FF2B5EF4-FFF2-40B4-BE49-F238E27FC236}">
                  <a16:creationId xmlns:a16="http://schemas.microsoft.com/office/drawing/2014/main" id="{11F3CB99-FD6E-C423-AC66-847F731400AF}"/>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3" name="TextBox 40">
              <a:extLst>
                <a:ext uri="{FF2B5EF4-FFF2-40B4-BE49-F238E27FC236}">
                  <a16:creationId xmlns:a16="http://schemas.microsoft.com/office/drawing/2014/main" id="{F3E55842-B3E5-CDA7-DCFD-07E3F3CA05A2}"/>
                </a:ext>
              </a:extLst>
            </p:cNvPr>
            <p:cNvSpPr txBox="1"/>
            <p:nvPr/>
          </p:nvSpPr>
          <p:spPr>
            <a:xfrm>
              <a:off x="1098397" y="144456"/>
              <a:ext cx="4836407" cy="1024212"/>
            </a:xfrm>
            <a:prstGeom prst="rect">
              <a:avLst/>
            </a:prstGeom>
          </p:spPr>
          <p:txBody>
            <a:bodyPr lIns="0" tIns="0" rIns="0" bIns="0" rtlCol="0" anchor="t">
              <a:spAutoFit/>
            </a:bodyPr>
            <a:lstStyle/>
            <a:p>
              <a:pPr marL="0" lvl="0" indent="0" algn="ctr">
                <a:lnSpc>
                  <a:spcPts val="6527"/>
                </a:lnSpc>
                <a:spcBef>
                  <a:spcPct val="0"/>
                </a:spcBef>
              </a:pPr>
              <a:r>
                <a:rPr lang="en-US" sz="4662" b="1" dirty="0">
                  <a:solidFill>
                    <a:schemeClr val="bg1"/>
                  </a:solidFill>
                  <a:latin typeface="Raleway Bold"/>
                  <a:ea typeface="Raleway Bold"/>
                  <a:cs typeface="Raleway Bold"/>
                  <a:sym typeface="Raleway Bold"/>
                </a:rPr>
                <a:t>AGENDA</a:t>
              </a:r>
            </a:p>
          </p:txBody>
        </p:sp>
      </p:grpSp>
      <p:grpSp>
        <p:nvGrpSpPr>
          <p:cNvPr id="2" name="Google Shape;195;p10">
            <a:extLst>
              <a:ext uri="{FF2B5EF4-FFF2-40B4-BE49-F238E27FC236}">
                <a16:creationId xmlns:a16="http://schemas.microsoft.com/office/drawing/2014/main" id="{C834062A-3B13-C625-9C2D-9C8BC4623316}"/>
              </a:ext>
            </a:extLst>
          </p:cNvPr>
          <p:cNvGrpSpPr/>
          <p:nvPr/>
        </p:nvGrpSpPr>
        <p:grpSpPr>
          <a:xfrm>
            <a:off x="355620" y="1714500"/>
            <a:ext cx="2328885" cy="1212957"/>
            <a:chOff x="0" y="-38100"/>
            <a:chExt cx="812800" cy="850900"/>
          </a:xfrm>
          <a:solidFill>
            <a:schemeClr val="accent6"/>
          </a:solidFill>
        </p:grpSpPr>
        <p:sp>
          <p:nvSpPr>
            <p:cNvPr id="3" name="Google Shape;196;p10">
              <a:extLst>
                <a:ext uri="{FF2B5EF4-FFF2-40B4-BE49-F238E27FC236}">
                  <a16:creationId xmlns:a16="http://schemas.microsoft.com/office/drawing/2014/main" id="{4F7EF16B-57AA-F1EE-09DF-91AF1360AE0F}"/>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grpFill/>
            <a:ln>
              <a:noFill/>
            </a:ln>
          </p:spPr>
        </p:sp>
        <p:sp>
          <p:nvSpPr>
            <p:cNvPr id="4" name="Google Shape;197;p10">
              <a:extLst>
                <a:ext uri="{FF2B5EF4-FFF2-40B4-BE49-F238E27FC236}">
                  <a16:creationId xmlns:a16="http://schemas.microsoft.com/office/drawing/2014/main" id="{C1F6E36A-AE88-97B6-6769-42B04474665E}"/>
                </a:ext>
              </a:extLst>
            </p:cNvPr>
            <p:cNvSpPr txBox="1"/>
            <p:nvPr/>
          </p:nvSpPr>
          <p:spPr>
            <a:xfrm>
              <a:off x="0" y="-38100"/>
              <a:ext cx="812800" cy="850900"/>
            </a:xfrm>
            <a:prstGeom prst="rect">
              <a:avLst/>
            </a:prstGeom>
            <a:grp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 name="Google Shape;198;p10">
            <a:extLst>
              <a:ext uri="{FF2B5EF4-FFF2-40B4-BE49-F238E27FC236}">
                <a16:creationId xmlns:a16="http://schemas.microsoft.com/office/drawing/2014/main" id="{45CC83EF-796B-21F5-10E9-3490544CE34A}"/>
              </a:ext>
            </a:extLst>
          </p:cNvPr>
          <p:cNvGrpSpPr/>
          <p:nvPr/>
        </p:nvGrpSpPr>
        <p:grpSpPr>
          <a:xfrm>
            <a:off x="355620" y="3812397"/>
            <a:ext cx="2328885" cy="1321395"/>
            <a:chOff x="0" y="-38100"/>
            <a:chExt cx="812800" cy="850900"/>
          </a:xfrm>
          <a:solidFill>
            <a:schemeClr val="accent5">
              <a:lumMod val="40000"/>
              <a:lumOff val="60000"/>
            </a:schemeClr>
          </a:solidFill>
        </p:grpSpPr>
        <p:sp>
          <p:nvSpPr>
            <p:cNvPr id="6" name="Google Shape;199;p10">
              <a:extLst>
                <a:ext uri="{FF2B5EF4-FFF2-40B4-BE49-F238E27FC236}">
                  <a16:creationId xmlns:a16="http://schemas.microsoft.com/office/drawing/2014/main" id="{46011987-08F8-4892-1D03-C42FF01B63BF}"/>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grpFill/>
            <a:ln>
              <a:noFill/>
            </a:ln>
          </p:spPr>
        </p:sp>
        <p:sp>
          <p:nvSpPr>
            <p:cNvPr id="7" name="Google Shape;200;p10">
              <a:extLst>
                <a:ext uri="{FF2B5EF4-FFF2-40B4-BE49-F238E27FC236}">
                  <a16:creationId xmlns:a16="http://schemas.microsoft.com/office/drawing/2014/main" id="{F6EF43C6-72B0-08E8-C3B8-CB3A2578EBDB}"/>
                </a:ext>
              </a:extLst>
            </p:cNvPr>
            <p:cNvSpPr txBox="1"/>
            <p:nvPr/>
          </p:nvSpPr>
          <p:spPr>
            <a:xfrm>
              <a:off x="0" y="-38100"/>
              <a:ext cx="812800" cy="850900"/>
            </a:xfrm>
            <a:prstGeom prst="rect">
              <a:avLst/>
            </a:prstGeom>
            <a:grp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201;p10">
            <a:extLst>
              <a:ext uri="{FF2B5EF4-FFF2-40B4-BE49-F238E27FC236}">
                <a16:creationId xmlns:a16="http://schemas.microsoft.com/office/drawing/2014/main" id="{F4538495-8394-AA75-EB54-DA55B859674E}"/>
              </a:ext>
            </a:extLst>
          </p:cNvPr>
          <p:cNvGrpSpPr/>
          <p:nvPr/>
        </p:nvGrpSpPr>
        <p:grpSpPr>
          <a:xfrm>
            <a:off x="296682" y="6075807"/>
            <a:ext cx="2377461" cy="1237701"/>
            <a:chOff x="0" y="-38100"/>
            <a:chExt cx="812800" cy="850900"/>
          </a:xfrm>
          <a:solidFill>
            <a:schemeClr val="accent3">
              <a:lumMod val="60000"/>
              <a:lumOff val="40000"/>
            </a:schemeClr>
          </a:solidFill>
        </p:grpSpPr>
        <p:sp>
          <p:nvSpPr>
            <p:cNvPr id="9" name="Google Shape;202;p10">
              <a:extLst>
                <a:ext uri="{FF2B5EF4-FFF2-40B4-BE49-F238E27FC236}">
                  <a16:creationId xmlns:a16="http://schemas.microsoft.com/office/drawing/2014/main" id="{2A4357D1-C55A-F9C2-E073-A01F4E86AD6D}"/>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grpFill/>
            <a:ln>
              <a:noFill/>
            </a:ln>
          </p:spPr>
        </p:sp>
        <p:sp>
          <p:nvSpPr>
            <p:cNvPr id="11" name="Google Shape;203;p10">
              <a:extLst>
                <a:ext uri="{FF2B5EF4-FFF2-40B4-BE49-F238E27FC236}">
                  <a16:creationId xmlns:a16="http://schemas.microsoft.com/office/drawing/2014/main" id="{D9896DA8-909B-B407-523A-D1FB2F3AAD32}"/>
                </a:ext>
              </a:extLst>
            </p:cNvPr>
            <p:cNvSpPr txBox="1"/>
            <p:nvPr/>
          </p:nvSpPr>
          <p:spPr>
            <a:xfrm>
              <a:off x="0" y="-38100"/>
              <a:ext cx="812800" cy="850900"/>
            </a:xfrm>
            <a:prstGeom prst="rect">
              <a:avLst/>
            </a:prstGeom>
            <a:grp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 name="Google Shape;204;p10">
            <a:extLst>
              <a:ext uri="{FF2B5EF4-FFF2-40B4-BE49-F238E27FC236}">
                <a16:creationId xmlns:a16="http://schemas.microsoft.com/office/drawing/2014/main" id="{7EC23B88-4000-99D7-5BE3-5C409DEA8ABB}"/>
              </a:ext>
            </a:extLst>
          </p:cNvPr>
          <p:cNvGrpSpPr/>
          <p:nvPr/>
        </p:nvGrpSpPr>
        <p:grpSpPr>
          <a:xfrm>
            <a:off x="261877" y="8173889"/>
            <a:ext cx="2416478" cy="1114586"/>
            <a:chOff x="0" y="-38100"/>
            <a:chExt cx="812800" cy="850900"/>
          </a:xfrm>
          <a:solidFill>
            <a:schemeClr val="accent2">
              <a:lumMod val="60000"/>
              <a:lumOff val="40000"/>
            </a:schemeClr>
          </a:solidFill>
        </p:grpSpPr>
        <p:sp>
          <p:nvSpPr>
            <p:cNvPr id="13" name="Google Shape;205;p10">
              <a:extLst>
                <a:ext uri="{FF2B5EF4-FFF2-40B4-BE49-F238E27FC236}">
                  <a16:creationId xmlns:a16="http://schemas.microsoft.com/office/drawing/2014/main" id="{32A8186A-768B-5E44-2982-A95217274154}"/>
                </a:ext>
              </a:extLst>
            </p:cNvPr>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grpFill/>
            <a:ln>
              <a:noFill/>
            </a:ln>
          </p:spPr>
        </p:sp>
        <p:sp>
          <p:nvSpPr>
            <p:cNvPr id="14" name="Google Shape;206;p10">
              <a:extLst>
                <a:ext uri="{FF2B5EF4-FFF2-40B4-BE49-F238E27FC236}">
                  <a16:creationId xmlns:a16="http://schemas.microsoft.com/office/drawing/2014/main" id="{D489BC2F-8169-20E9-0ECB-B910EB19D109}"/>
                </a:ext>
              </a:extLst>
            </p:cNvPr>
            <p:cNvSpPr txBox="1"/>
            <p:nvPr/>
          </p:nvSpPr>
          <p:spPr>
            <a:xfrm>
              <a:off x="0" y="-38100"/>
              <a:ext cx="812800" cy="850900"/>
            </a:xfrm>
            <a:prstGeom prst="rect">
              <a:avLst/>
            </a:prstGeom>
            <a:grp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 name="Google Shape;209;p10">
            <a:extLst>
              <a:ext uri="{FF2B5EF4-FFF2-40B4-BE49-F238E27FC236}">
                <a16:creationId xmlns:a16="http://schemas.microsoft.com/office/drawing/2014/main" id="{5491014C-3035-2608-9C60-DDE8AEDB405F}"/>
              </a:ext>
            </a:extLst>
          </p:cNvPr>
          <p:cNvSpPr txBox="1"/>
          <p:nvPr/>
        </p:nvSpPr>
        <p:spPr>
          <a:xfrm>
            <a:off x="110971" y="236360"/>
            <a:ext cx="2328886" cy="4214552"/>
          </a:xfrm>
          <a:prstGeom prst="rect">
            <a:avLst/>
          </a:prstGeom>
          <a:noFill/>
          <a:ln>
            <a:noFill/>
          </a:ln>
        </p:spPr>
        <p:txBody>
          <a:bodyPr spcFirstLastPara="1" wrap="square" lIns="0" tIns="0" rIns="0" bIns="0" anchor="t" anchorCtr="0">
            <a:spAutoFit/>
          </a:bodyPr>
          <a:lstStyle/>
          <a:p>
            <a:pPr marL="0" marR="0" lvl="0" indent="0" algn="r" rtl="0">
              <a:lnSpc>
                <a:spcPct val="194007"/>
              </a:lnSpc>
              <a:spcBef>
                <a:spcPts val="0"/>
              </a:spcBef>
              <a:spcAft>
                <a:spcPts val="0"/>
              </a:spcAft>
              <a:buNone/>
            </a:pPr>
            <a:r>
              <a:rPr lang="en-US" sz="14117" b="0" i="0" u="none" strike="noStrike" cap="none" dirty="0">
                <a:solidFill>
                  <a:srgbClr val="FFFFFF"/>
                </a:solidFill>
                <a:latin typeface="Julius Sans One"/>
                <a:ea typeface="Julius Sans One"/>
                <a:cs typeface="Julius Sans One"/>
                <a:sym typeface="Julius Sans One"/>
              </a:rPr>
              <a:t>01</a:t>
            </a:r>
            <a:endParaRPr dirty="0"/>
          </a:p>
        </p:txBody>
      </p:sp>
      <p:sp>
        <p:nvSpPr>
          <p:cNvPr id="16" name="Google Shape;210;p10">
            <a:extLst>
              <a:ext uri="{FF2B5EF4-FFF2-40B4-BE49-F238E27FC236}">
                <a16:creationId xmlns:a16="http://schemas.microsoft.com/office/drawing/2014/main" id="{971A64C5-CAD8-F7DD-0F46-8F8AA22908CB}"/>
              </a:ext>
            </a:extLst>
          </p:cNvPr>
          <p:cNvSpPr txBox="1"/>
          <p:nvPr/>
        </p:nvSpPr>
        <p:spPr>
          <a:xfrm>
            <a:off x="92257" y="2322035"/>
            <a:ext cx="2322389" cy="4214552"/>
          </a:xfrm>
          <a:prstGeom prst="rect">
            <a:avLst/>
          </a:prstGeom>
          <a:noFill/>
          <a:ln>
            <a:noFill/>
          </a:ln>
        </p:spPr>
        <p:txBody>
          <a:bodyPr spcFirstLastPara="1" wrap="square" lIns="0" tIns="0" rIns="0" bIns="0" anchor="t" anchorCtr="0">
            <a:spAutoFit/>
          </a:bodyPr>
          <a:lstStyle/>
          <a:p>
            <a:pPr marL="0" marR="0" lvl="0" indent="0" algn="r" rtl="0">
              <a:lnSpc>
                <a:spcPct val="194007"/>
              </a:lnSpc>
              <a:spcBef>
                <a:spcPts val="0"/>
              </a:spcBef>
              <a:spcAft>
                <a:spcPts val="0"/>
              </a:spcAft>
              <a:buNone/>
            </a:pPr>
            <a:r>
              <a:rPr lang="en-US" sz="14117" b="0" i="0" u="none" strike="noStrike" cap="none" dirty="0">
                <a:solidFill>
                  <a:srgbClr val="FFFFFF"/>
                </a:solidFill>
                <a:latin typeface="Julius Sans One"/>
                <a:ea typeface="Julius Sans One"/>
                <a:cs typeface="Julius Sans One"/>
                <a:sym typeface="Julius Sans One"/>
              </a:rPr>
              <a:t>02</a:t>
            </a:r>
            <a:endParaRPr dirty="0"/>
          </a:p>
        </p:txBody>
      </p:sp>
      <p:sp>
        <p:nvSpPr>
          <p:cNvPr id="17" name="Google Shape;211;p10">
            <a:extLst>
              <a:ext uri="{FF2B5EF4-FFF2-40B4-BE49-F238E27FC236}">
                <a16:creationId xmlns:a16="http://schemas.microsoft.com/office/drawing/2014/main" id="{89DEB613-A33F-E557-B06D-728088208400}"/>
              </a:ext>
            </a:extLst>
          </p:cNvPr>
          <p:cNvSpPr txBox="1"/>
          <p:nvPr/>
        </p:nvSpPr>
        <p:spPr>
          <a:xfrm>
            <a:off x="348714" y="4448962"/>
            <a:ext cx="2082757" cy="4214552"/>
          </a:xfrm>
          <a:prstGeom prst="rect">
            <a:avLst/>
          </a:prstGeom>
          <a:noFill/>
          <a:ln>
            <a:noFill/>
          </a:ln>
        </p:spPr>
        <p:txBody>
          <a:bodyPr spcFirstLastPara="1" wrap="square" lIns="0" tIns="0" rIns="0" bIns="0" anchor="t" anchorCtr="0">
            <a:spAutoFit/>
          </a:bodyPr>
          <a:lstStyle/>
          <a:p>
            <a:pPr marL="0" marR="0" lvl="0" indent="0" algn="r" rtl="0">
              <a:lnSpc>
                <a:spcPct val="194007"/>
              </a:lnSpc>
              <a:spcBef>
                <a:spcPts val="0"/>
              </a:spcBef>
              <a:spcAft>
                <a:spcPts val="0"/>
              </a:spcAft>
              <a:buNone/>
            </a:pPr>
            <a:r>
              <a:rPr lang="en-US" sz="14117" b="0" i="0" u="none" strike="noStrike" cap="none" dirty="0">
                <a:solidFill>
                  <a:srgbClr val="FFFFFF"/>
                </a:solidFill>
                <a:latin typeface="Julius Sans One"/>
                <a:ea typeface="Julius Sans One"/>
                <a:cs typeface="Julius Sans One"/>
                <a:sym typeface="Julius Sans One"/>
              </a:rPr>
              <a:t>03</a:t>
            </a:r>
            <a:endParaRPr dirty="0"/>
          </a:p>
        </p:txBody>
      </p:sp>
      <p:sp>
        <p:nvSpPr>
          <p:cNvPr id="18" name="Google Shape;212;p10">
            <a:extLst>
              <a:ext uri="{FF2B5EF4-FFF2-40B4-BE49-F238E27FC236}">
                <a16:creationId xmlns:a16="http://schemas.microsoft.com/office/drawing/2014/main" id="{B2648F67-4A76-328A-0FC5-86C07772190E}"/>
              </a:ext>
            </a:extLst>
          </p:cNvPr>
          <p:cNvSpPr txBox="1"/>
          <p:nvPr/>
        </p:nvSpPr>
        <p:spPr>
          <a:xfrm>
            <a:off x="413374" y="6488664"/>
            <a:ext cx="2022340" cy="4214552"/>
          </a:xfrm>
          <a:prstGeom prst="rect">
            <a:avLst/>
          </a:prstGeom>
          <a:noFill/>
          <a:ln>
            <a:noFill/>
          </a:ln>
        </p:spPr>
        <p:txBody>
          <a:bodyPr spcFirstLastPara="1" wrap="square" lIns="0" tIns="0" rIns="0" bIns="0" anchor="t" anchorCtr="0">
            <a:spAutoFit/>
          </a:bodyPr>
          <a:lstStyle/>
          <a:p>
            <a:pPr marL="0" marR="0" lvl="0" indent="0" algn="r" rtl="0">
              <a:lnSpc>
                <a:spcPct val="194007"/>
              </a:lnSpc>
              <a:spcBef>
                <a:spcPts val="0"/>
              </a:spcBef>
              <a:spcAft>
                <a:spcPts val="0"/>
              </a:spcAft>
              <a:buNone/>
            </a:pPr>
            <a:r>
              <a:rPr lang="en-US" sz="14117" b="0" i="0" u="none" strike="noStrike" cap="none" dirty="0">
                <a:solidFill>
                  <a:srgbClr val="FFFFFF"/>
                </a:solidFill>
                <a:latin typeface="Julius Sans One"/>
                <a:ea typeface="Julius Sans One"/>
                <a:cs typeface="Julius Sans One"/>
                <a:sym typeface="Julius Sans One"/>
              </a:rPr>
              <a:t>04</a:t>
            </a:r>
            <a:endParaRPr dirty="0"/>
          </a:p>
        </p:txBody>
      </p:sp>
      <p:sp>
        <p:nvSpPr>
          <p:cNvPr id="19" name="TextBox 18">
            <a:extLst>
              <a:ext uri="{FF2B5EF4-FFF2-40B4-BE49-F238E27FC236}">
                <a16:creationId xmlns:a16="http://schemas.microsoft.com/office/drawing/2014/main" id="{F3FF9F28-6A51-CC17-D871-9C46BD083CAB}"/>
              </a:ext>
            </a:extLst>
          </p:cNvPr>
          <p:cNvSpPr txBox="1"/>
          <p:nvPr/>
        </p:nvSpPr>
        <p:spPr>
          <a:xfrm>
            <a:off x="3105443" y="2015120"/>
            <a:ext cx="13347818" cy="1015663"/>
          </a:xfrm>
          <a:prstGeom prst="rect">
            <a:avLst/>
          </a:prstGeom>
          <a:noFill/>
        </p:spPr>
        <p:txBody>
          <a:bodyPr wrap="square" rtlCol="0">
            <a:spAutoFit/>
          </a:bodyPr>
          <a:lstStyle/>
          <a:p>
            <a:r>
              <a:rPr lang="en-US" sz="6000" b="1" dirty="0">
                <a:solidFill>
                  <a:schemeClr val="bg1"/>
                </a:solidFill>
              </a:rPr>
              <a:t>In the NEWS + Introduction</a:t>
            </a:r>
            <a:endParaRPr lang="en-IN" sz="6000" b="1" dirty="0">
              <a:solidFill>
                <a:schemeClr val="bg1"/>
              </a:solidFill>
            </a:endParaRPr>
          </a:p>
        </p:txBody>
      </p:sp>
      <p:sp>
        <p:nvSpPr>
          <p:cNvPr id="20" name="TextBox 19">
            <a:extLst>
              <a:ext uri="{FF2B5EF4-FFF2-40B4-BE49-F238E27FC236}">
                <a16:creationId xmlns:a16="http://schemas.microsoft.com/office/drawing/2014/main" id="{96DB5370-F9F7-9760-DC89-3D919C5DBED2}"/>
              </a:ext>
            </a:extLst>
          </p:cNvPr>
          <p:cNvSpPr txBox="1"/>
          <p:nvPr/>
        </p:nvSpPr>
        <p:spPr>
          <a:xfrm>
            <a:off x="3042859" y="8272812"/>
            <a:ext cx="14978782" cy="1015663"/>
          </a:xfrm>
          <a:prstGeom prst="rect">
            <a:avLst/>
          </a:prstGeom>
          <a:noFill/>
        </p:spPr>
        <p:txBody>
          <a:bodyPr wrap="square" rtlCol="0">
            <a:spAutoFit/>
          </a:bodyPr>
          <a:lstStyle/>
          <a:p>
            <a:r>
              <a:rPr lang="en-US" sz="6000" b="1" dirty="0">
                <a:solidFill>
                  <a:schemeClr val="bg1"/>
                </a:solidFill>
              </a:rPr>
              <a:t>Lessons Learned + Conclusion</a:t>
            </a:r>
            <a:endParaRPr lang="en-IN" sz="6000" b="1" dirty="0">
              <a:solidFill>
                <a:schemeClr val="bg1"/>
              </a:solidFill>
            </a:endParaRPr>
          </a:p>
        </p:txBody>
      </p:sp>
      <p:sp>
        <p:nvSpPr>
          <p:cNvPr id="21" name="TextBox 20">
            <a:extLst>
              <a:ext uri="{FF2B5EF4-FFF2-40B4-BE49-F238E27FC236}">
                <a16:creationId xmlns:a16="http://schemas.microsoft.com/office/drawing/2014/main" id="{C6837819-E6E5-9D71-82A6-DB4EDAAE6EAE}"/>
              </a:ext>
            </a:extLst>
          </p:cNvPr>
          <p:cNvSpPr txBox="1"/>
          <p:nvPr/>
        </p:nvSpPr>
        <p:spPr>
          <a:xfrm>
            <a:off x="3111382" y="6131226"/>
            <a:ext cx="10656500" cy="1015663"/>
          </a:xfrm>
          <a:prstGeom prst="rect">
            <a:avLst/>
          </a:prstGeom>
          <a:noFill/>
        </p:spPr>
        <p:txBody>
          <a:bodyPr wrap="square" rtlCol="0">
            <a:spAutoFit/>
          </a:bodyPr>
          <a:lstStyle/>
          <a:p>
            <a:r>
              <a:rPr lang="en-US" sz="6000" b="1" dirty="0" err="1">
                <a:solidFill>
                  <a:schemeClr val="bg1"/>
                </a:solidFill>
              </a:rPr>
              <a:t>BosHealth</a:t>
            </a:r>
            <a:r>
              <a:rPr lang="en-US" sz="6000" b="1" dirty="0">
                <a:solidFill>
                  <a:schemeClr val="bg1"/>
                </a:solidFill>
              </a:rPr>
              <a:t>: App Interface</a:t>
            </a:r>
            <a:endParaRPr lang="en-IN" sz="6000" b="1" dirty="0">
              <a:solidFill>
                <a:schemeClr val="bg1"/>
              </a:solidFill>
            </a:endParaRPr>
          </a:p>
        </p:txBody>
      </p:sp>
      <p:sp>
        <p:nvSpPr>
          <p:cNvPr id="22" name="TextBox 21">
            <a:extLst>
              <a:ext uri="{FF2B5EF4-FFF2-40B4-BE49-F238E27FC236}">
                <a16:creationId xmlns:a16="http://schemas.microsoft.com/office/drawing/2014/main" id="{C7CBC0F5-020C-E7F9-6BA8-549509CDD704}"/>
              </a:ext>
            </a:extLst>
          </p:cNvPr>
          <p:cNvSpPr txBox="1"/>
          <p:nvPr/>
        </p:nvSpPr>
        <p:spPr>
          <a:xfrm>
            <a:off x="3111382" y="4064264"/>
            <a:ext cx="10885099" cy="1015663"/>
          </a:xfrm>
          <a:prstGeom prst="rect">
            <a:avLst/>
          </a:prstGeom>
          <a:noFill/>
        </p:spPr>
        <p:txBody>
          <a:bodyPr wrap="square" rtlCol="0">
            <a:spAutoFit/>
          </a:bodyPr>
          <a:lstStyle/>
          <a:p>
            <a:r>
              <a:rPr lang="en-US" sz="6000" b="1" dirty="0">
                <a:solidFill>
                  <a:schemeClr val="bg1"/>
                </a:solidFill>
              </a:rPr>
              <a:t>Data Visualization: Dashboards</a:t>
            </a:r>
            <a:endParaRPr lang="en-IN" sz="6000" b="1" dirty="0">
              <a:solidFill>
                <a:schemeClr val="bg1"/>
              </a:solidFill>
            </a:endParaRPr>
          </a:p>
        </p:txBody>
      </p:sp>
    </p:spTree>
    <p:extLst>
      <p:ext uri="{BB962C8B-B14F-4D97-AF65-F5344CB8AC3E}">
        <p14:creationId xmlns:p14="http://schemas.microsoft.com/office/powerpoint/2010/main" val="514283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AF7137BF-3717-C54C-A2E7-5A9209E2B3A4}"/>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1751DB12-93B6-F7ED-BCEA-7954A7BCA880}"/>
              </a:ext>
            </a:extLst>
          </p:cNvPr>
          <p:cNvGrpSpPr/>
          <p:nvPr/>
        </p:nvGrpSpPr>
        <p:grpSpPr>
          <a:xfrm>
            <a:off x="-202752" y="13802"/>
            <a:ext cx="6070152" cy="1308885"/>
            <a:chOff x="0" y="0"/>
            <a:chExt cx="7728616" cy="1518494"/>
          </a:xfrm>
        </p:grpSpPr>
        <p:sp>
          <p:nvSpPr>
            <p:cNvPr id="51" name="Freeform 38">
              <a:extLst>
                <a:ext uri="{FF2B5EF4-FFF2-40B4-BE49-F238E27FC236}">
                  <a16:creationId xmlns:a16="http://schemas.microsoft.com/office/drawing/2014/main" id="{475BB06A-E01C-BB67-AD94-4D7F42A6A1B6}"/>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Freeform 39">
              <a:extLst>
                <a:ext uri="{FF2B5EF4-FFF2-40B4-BE49-F238E27FC236}">
                  <a16:creationId xmlns:a16="http://schemas.microsoft.com/office/drawing/2014/main" id="{B2BE91D2-1C12-91E7-8BD5-45E3F1C6013E}"/>
                </a:ext>
              </a:extLst>
            </p:cNvPr>
            <p:cNvSpPr/>
            <p:nvPr/>
          </p:nvSpPr>
          <p:spPr>
            <a:xfrm>
              <a:off x="4007431" y="0"/>
              <a:ext cx="3721185"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 name="TextBox 40">
              <a:extLst>
                <a:ext uri="{FF2B5EF4-FFF2-40B4-BE49-F238E27FC236}">
                  <a16:creationId xmlns:a16="http://schemas.microsoft.com/office/drawing/2014/main" id="{CABA2485-31E7-2838-178D-7DF121E4D4A9}"/>
                </a:ext>
              </a:extLst>
            </p:cNvPr>
            <p:cNvSpPr txBox="1"/>
            <p:nvPr/>
          </p:nvSpPr>
          <p:spPr>
            <a:xfrm>
              <a:off x="1098397"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endPar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endParaRPr>
            </a:p>
          </p:txBody>
        </p:sp>
      </p:grpSp>
      <p:sp>
        <p:nvSpPr>
          <p:cNvPr id="5" name="TextBox 4">
            <a:extLst>
              <a:ext uri="{FF2B5EF4-FFF2-40B4-BE49-F238E27FC236}">
                <a16:creationId xmlns:a16="http://schemas.microsoft.com/office/drawing/2014/main" id="{81ED585B-033A-A33C-F337-ABC8379414D0}"/>
              </a:ext>
            </a:extLst>
          </p:cNvPr>
          <p:cNvSpPr txBox="1"/>
          <p:nvPr/>
        </p:nvSpPr>
        <p:spPr>
          <a:xfrm>
            <a:off x="304800" y="206579"/>
            <a:ext cx="13879687"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a:ea typeface="+mn-ea"/>
                <a:cs typeface="+mn-cs"/>
              </a:rPr>
              <a:t>ATTENTION!!!!</a:t>
            </a:r>
          </a:p>
        </p:txBody>
      </p:sp>
      <p:pic>
        <p:nvPicPr>
          <p:cNvPr id="3" name="Picture 2">
            <a:extLst>
              <a:ext uri="{FF2B5EF4-FFF2-40B4-BE49-F238E27FC236}">
                <a16:creationId xmlns:a16="http://schemas.microsoft.com/office/drawing/2014/main" id="{9A9B7763-3771-20AB-2E92-EA0CBEC4FFBF}"/>
              </a:ext>
            </a:extLst>
          </p:cNvPr>
          <p:cNvPicPr>
            <a:picLocks noChangeAspect="1"/>
          </p:cNvPicPr>
          <p:nvPr/>
        </p:nvPicPr>
        <p:blipFill>
          <a:blip r:embed="rId6"/>
          <a:stretch>
            <a:fillRect/>
          </a:stretch>
        </p:blipFill>
        <p:spPr>
          <a:xfrm>
            <a:off x="304800" y="1549082"/>
            <a:ext cx="6655142" cy="7010760"/>
          </a:xfrm>
          <a:prstGeom prst="rect">
            <a:avLst/>
          </a:prstGeom>
        </p:spPr>
      </p:pic>
      <p:pic>
        <p:nvPicPr>
          <p:cNvPr id="6" name="Picture 5">
            <a:extLst>
              <a:ext uri="{FF2B5EF4-FFF2-40B4-BE49-F238E27FC236}">
                <a16:creationId xmlns:a16="http://schemas.microsoft.com/office/drawing/2014/main" id="{4E9B692C-7CB8-3815-FD0B-9F156C46DD21}"/>
              </a:ext>
            </a:extLst>
          </p:cNvPr>
          <p:cNvPicPr>
            <a:picLocks noChangeAspect="1"/>
          </p:cNvPicPr>
          <p:nvPr/>
        </p:nvPicPr>
        <p:blipFill>
          <a:blip r:embed="rId7"/>
          <a:srcRect r="3499"/>
          <a:stretch/>
        </p:blipFill>
        <p:spPr>
          <a:xfrm>
            <a:off x="4091706" y="3467100"/>
            <a:ext cx="7109694" cy="5702593"/>
          </a:xfrm>
          <a:prstGeom prst="rect">
            <a:avLst/>
          </a:prstGeom>
        </p:spPr>
      </p:pic>
      <p:pic>
        <p:nvPicPr>
          <p:cNvPr id="12" name="Picture 11">
            <a:extLst>
              <a:ext uri="{FF2B5EF4-FFF2-40B4-BE49-F238E27FC236}">
                <a16:creationId xmlns:a16="http://schemas.microsoft.com/office/drawing/2014/main" id="{3E54D513-5D11-73FA-17BF-F256C9DA9643}"/>
              </a:ext>
            </a:extLst>
          </p:cNvPr>
          <p:cNvPicPr>
            <a:picLocks noChangeAspect="1"/>
          </p:cNvPicPr>
          <p:nvPr/>
        </p:nvPicPr>
        <p:blipFill>
          <a:blip r:embed="rId8"/>
          <a:stretch>
            <a:fillRect/>
          </a:stretch>
        </p:blipFill>
        <p:spPr>
          <a:xfrm>
            <a:off x="926635" y="7276103"/>
            <a:ext cx="4672151" cy="2042244"/>
          </a:xfrm>
          <a:prstGeom prst="rect">
            <a:avLst/>
          </a:prstGeom>
        </p:spPr>
      </p:pic>
      <p:pic>
        <p:nvPicPr>
          <p:cNvPr id="16" name="Picture 15">
            <a:extLst>
              <a:ext uri="{FF2B5EF4-FFF2-40B4-BE49-F238E27FC236}">
                <a16:creationId xmlns:a16="http://schemas.microsoft.com/office/drawing/2014/main" id="{A8164586-1EEF-D4CB-1C97-A9D8E1A7212F}"/>
              </a:ext>
            </a:extLst>
          </p:cNvPr>
          <p:cNvPicPr>
            <a:picLocks noChangeAspect="1"/>
          </p:cNvPicPr>
          <p:nvPr/>
        </p:nvPicPr>
        <p:blipFill>
          <a:blip r:embed="rId9"/>
          <a:stretch>
            <a:fillRect/>
          </a:stretch>
        </p:blipFill>
        <p:spPr>
          <a:xfrm>
            <a:off x="6883662" y="393611"/>
            <a:ext cx="8884107" cy="3225966"/>
          </a:xfrm>
          <a:prstGeom prst="rect">
            <a:avLst/>
          </a:prstGeom>
        </p:spPr>
      </p:pic>
      <p:pic>
        <p:nvPicPr>
          <p:cNvPr id="9" name="Picture 8">
            <a:extLst>
              <a:ext uri="{FF2B5EF4-FFF2-40B4-BE49-F238E27FC236}">
                <a16:creationId xmlns:a16="http://schemas.microsoft.com/office/drawing/2014/main" id="{41F400C3-C88E-F084-DE58-F1EB916FC38F}"/>
              </a:ext>
            </a:extLst>
          </p:cNvPr>
          <p:cNvPicPr>
            <a:picLocks noChangeAspect="1"/>
          </p:cNvPicPr>
          <p:nvPr/>
        </p:nvPicPr>
        <p:blipFill>
          <a:blip r:embed="rId10"/>
          <a:stretch>
            <a:fillRect/>
          </a:stretch>
        </p:blipFill>
        <p:spPr>
          <a:xfrm>
            <a:off x="10944927" y="2641419"/>
            <a:ext cx="6502734" cy="6681584"/>
          </a:xfrm>
          <a:prstGeom prst="rect">
            <a:avLst/>
          </a:prstGeom>
        </p:spPr>
      </p:pic>
      <p:pic>
        <p:nvPicPr>
          <p:cNvPr id="14" name="Picture 13">
            <a:extLst>
              <a:ext uri="{FF2B5EF4-FFF2-40B4-BE49-F238E27FC236}">
                <a16:creationId xmlns:a16="http://schemas.microsoft.com/office/drawing/2014/main" id="{4CD60DFB-0596-0B98-C555-1E899E4E5B06}"/>
              </a:ext>
            </a:extLst>
          </p:cNvPr>
          <p:cNvPicPr>
            <a:picLocks noChangeAspect="1"/>
          </p:cNvPicPr>
          <p:nvPr/>
        </p:nvPicPr>
        <p:blipFill>
          <a:blip r:embed="rId11"/>
          <a:stretch>
            <a:fillRect/>
          </a:stretch>
        </p:blipFill>
        <p:spPr>
          <a:xfrm>
            <a:off x="9361645" y="6998020"/>
            <a:ext cx="6655142" cy="2997354"/>
          </a:xfrm>
          <a:prstGeom prst="rect">
            <a:avLst/>
          </a:prstGeom>
        </p:spPr>
      </p:pic>
    </p:spTree>
    <p:extLst>
      <p:ext uri="{BB962C8B-B14F-4D97-AF65-F5344CB8AC3E}">
        <p14:creationId xmlns:p14="http://schemas.microsoft.com/office/powerpoint/2010/main" val="187968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9B0F0FCD-F2CE-1C00-4D19-77A814A0518A}"/>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246551BC-648A-027A-108F-3D3E025988C1}"/>
              </a:ext>
            </a:extLst>
          </p:cNvPr>
          <p:cNvPicPr>
            <a:picLocks noChangeAspect="1"/>
          </p:cNvPicPr>
          <p:nvPr/>
        </p:nvPicPr>
        <p:blipFill>
          <a:blip r:embed="rId3">
            <a:alphaModFix amt="35000"/>
            <a:extLst>
              <a:ext uri="{28A0092B-C50C-407E-A947-70E740481C1C}">
                <a14:useLocalDpi xmlns:a14="http://schemas.microsoft.com/office/drawing/2010/main" val="0"/>
              </a:ext>
            </a:extLst>
          </a:blip>
          <a:srcRect/>
          <a:stretch/>
        </p:blipFill>
        <p:spPr>
          <a:xfrm>
            <a:off x="-19493" y="-2185803"/>
            <a:ext cx="18307493" cy="14644504"/>
          </a:xfrm>
          <a:prstGeom prst="rect">
            <a:avLst/>
          </a:prstGeom>
        </p:spPr>
      </p:pic>
      <p:grpSp>
        <p:nvGrpSpPr>
          <p:cNvPr id="50" name="Group 37">
            <a:extLst>
              <a:ext uri="{FF2B5EF4-FFF2-40B4-BE49-F238E27FC236}">
                <a16:creationId xmlns:a16="http://schemas.microsoft.com/office/drawing/2014/main" id="{0298B174-3655-D936-08D4-444B0C16C9BF}"/>
              </a:ext>
            </a:extLst>
          </p:cNvPr>
          <p:cNvGrpSpPr/>
          <p:nvPr/>
        </p:nvGrpSpPr>
        <p:grpSpPr>
          <a:xfrm>
            <a:off x="-19493" y="0"/>
            <a:ext cx="8332221" cy="1138871"/>
            <a:chOff x="0" y="0"/>
            <a:chExt cx="7728616" cy="1518494"/>
          </a:xfrm>
        </p:grpSpPr>
        <p:sp>
          <p:nvSpPr>
            <p:cNvPr id="51" name="Freeform 38">
              <a:extLst>
                <a:ext uri="{FF2B5EF4-FFF2-40B4-BE49-F238E27FC236}">
                  <a16:creationId xmlns:a16="http://schemas.microsoft.com/office/drawing/2014/main" id="{4A40D6D2-85EF-B5EA-968E-9F84FF5C8C14}"/>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2" name="Freeform 39">
              <a:extLst>
                <a:ext uri="{FF2B5EF4-FFF2-40B4-BE49-F238E27FC236}">
                  <a16:creationId xmlns:a16="http://schemas.microsoft.com/office/drawing/2014/main" id="{808E00CE-16CA-776E-99D1-40B373634CAD}"/>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3" name="TextBox 40">
              <a:extLst>
                <a:ext uri="{FF2B5EF4-FFF2-40B4-BE49-F238E27FC236}">
                  <a16:creationId xmlns:a16="http://schemas.microsoft.com/office/drawing/2014/main" id="{D1C66034-5B60-E27E-0A35-971574F42FFA}"/>
                </a:ext>
              </a:extLst>
            </p:cNvPr>
            <p:cNvSpPr txBox="1"/>
            <p:nvPr/>
          </p:nvSpPr>
          <p:spPr>
            <a:xfrm>
              <a:off x="1098397" y="144456"/>
              <a:ext cx="4836407" cy="1024212"/>
            </a:xfrm>
            <a:prstGeom prst="rect">
              <a:avLst/>
            </a:prstGeom>
          </p:spPr>
          <p:txBody>
            <a:bodyPr lIns="0" tIns="0" rIns="0" bIns="0" rtlCol="0" anchor="t">
              <a:spAutoFit/>
            </a:bodyPr>
            <a:lstStyle/>
            <a:p>
              <a:pPr marL="0" lvl="0" indent="0" algn="ctr">
                <a:lnSpc>
                  <a:spcPts val="6527"/>
                </a:lnSpc>
                <a:spcBef>
                  <a:spcPct val="0"/>
                </a:spcBef>
              </a:pPr>
              <a:r>
                <a:rPr lang="en-US" sz="4662" b="1" dirty="0">
                  <a:solidFill>
                    <a:schemeClr val="bg1"/>
                  </a:solidFill>
                  <a:latin typeface="Times New Roman" panose="02020603050405020304" pitchFamily="18" charset="0"/>
                  <a:ea typeface="Raleway Bold"/>
                  <a:cs typeface="Times New Roman" panose="02020603050405020304" pitchFamily="18" charset="0"/>
                  <a:sym typeface="Raleway Bold"/>
                </a:rPr>
                <a:t>INTRODUCTION</a:t>
              </a:r>
            </a:p>
          </p:txBody>
        </p:sp>
      </p:grpSp>
      <p:sp>
        <p:nvSpPr>
          <p:cNvPr id="10" name="TextBox 9">
            <a:extLst>
              <a:ext uri="{FF2B5EF4-FFF2-40B4-BE49-F238E27FC236}">
                <a16:creationId xmlns:a16="http://schemas.microsoft.com/office/drawing/2014/main" id="{4E97FD4A-2470-4E64-9EBB-4AE4DA172016}"/>
              </a:ext>
            </a:extLst>
          </p:cNvPr>
          <p:cNvSpPr txBox="1"/>
          <p:nvPr/>
        </p:nvSpPr>
        <p:spPr>
          <a:xfrm>
            <a:off x="1420544" y="1562100"/>
            <a:ext cx="15446911" cy="8402300"/>
          </a:xfrm>
          <a:prstGeom prst="rect">
            <a:avLst/>
          </a:prstGeom>
          <a:noFill/>
        </p:spPr>
        <p:txBody>
          <a:bodyPr wrap="square" rtlCol="0">
            <a:spAutoFit/>
          </a:bodyPr>
          <a:lstStyle/>
          <a:p>
            <a:pPr algn="ctr"/>
            <a:r>
              <a:rPr lang="en-US" sz="5400" b="1" i="0" dirty="0">
                <a:solidFill>
                  <a:schemeClr val="bg1"/>
                </a:solidFill>
                <a:effectLst/>
                <a:latin typeface="Times New Roman" panose="02020603050405020304" pitchFamily="18" charset="0"/>
                <a:cs typeface="Times New Roman" panose="02020603050405020304" pitchFamily="18" charset="0"/>
              </a:rPr>
              <a:t>Welcome. </a:t>
            </a:r>
          </a:p>
          <a:p>
            <a:pPr algn="ctr"/>
            <a:r>
              <a:rPr lang="en-US" sz="5400" b="1" i="0" dirty="0">
                <a:solidFill>
                  <a:schemeClr val="bg1"/>
                </a:solidFill>
                <a:effectLst/>
                <a:latin typeface="Times New Roman" panose="02020603050405020304" pitchFamily="18" charset="0"/>
                <a:cs typeface="Times New Roman" panose="02020603050405020304" pitchFamily="18" charset="0"/>
              </a:rPr>
              <a:t>Today, we’re excited to introduce </a:t>
            </a:r>
            <a:r>
              <a:rPr lang="en-US" sz="5400" b="1" i="0" dirty="0" err="1">
                <a:solidFill>
                  <a:schemeClr val="bg1"/>
                </a:solidFill>
                <a:effectLst/>
                <a:latin typeface="Times New Roman" panose="02020603050405020304" pitchFamily="18" charset="0"/>
                <a:cs typeface="Times New Roman" panose="02020603050405020304" pitchFamily="18" charset="0"/>
              </a:rPr>
              <a:t>BOSHealth</a:t>
            </a:r>
            <a:r>
              <a:rPr lang="en-US" sz="5400" b="1" i="0" dirty="0">
                <a:solidFill>
                  <a:schemeClr val="bg1"/>
                </a:solidFill>
                <a:effectLst/>
                <a:latin typeface="Times New Roman" panose="02020603050405020304" pitchFamily="18" charset="0"/>
                <a:cs typeface="Times New Roman" panose="02020603050405020304" pitchFamily="18" charset="0"/>
              </a:rPr>
              <a:t>, a Smart Emergency Response System comprised of several key deliverables. These include a Live Dashboard for real-time operations, an Executive Dashboard for strategic insights, and the </a:t>
            </a:r>
            <a:r>
              <a:rPr lang="en-US" sz="5400" b="1" i="0" dirty="0" err="1">
                <a:solidFill>
                  <a:schemeClr val="bg1"/>
                </a:solidFill>
                <a:effectLst/>
                <a:latin typeface="Times New Roman" panose="02020603050405020304" pitchFamily="18" charset="0"/>
                <a:cs typeface="Times New Roman" panose="02020603050405020304" pitchFamily="18" charset="0"/>
              </a:rPr>
              <a:t>BOSHealth</a:t>
            </a:r>
            <a:r>
              <a:rPr lang="en-US" sz="5400" b="1" i="0" dirty="0">
                <a:solidFill>
                  <a:schemeClr val="bg1"/>
                </a:solidFill>
                <a:effectLst/>
                <a:latin typeface="Times New Roman" panose="02020603050405020304" pitchFamily="18" charset="0"/>
                <a:cs typeface="Times New Roman" panose="02020603050405020304" pitchFamily="18" charset="0"/>
              </a:rPr>
              <a:t> App with dedicated interfaces for patients, dispatchers, and hospitals. Together, these components work in harmony to revolutionize emergency care.</a:t>
            </a:r>
            <a:endParaRPr lang="en-IN" sz="5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411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E5C5EC39-CC10-D131-3AFA-31EABEA0A747}"/>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48B294A-8521-224F-E758-AF8342CF8C5A}"/>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0" name="Group 37">
            <a:extLst>
              <a:ext uri="{FF2B5EF4-FFF2-40B4-BE49-F238E27FC236}">
                <a16:creationId xmlns:a16="http://schemas.microsoft.com/office/drawing/2014/main" id="{BC0BB632-26FB-3878-766B-BB8A4F1BC525}"/>
              </a:ext>
            </a:extLst>
          </p:cNvPr>
          <p:cNvGrpSpPr/>
          <p:nvPr/>
        </p:nvGrpSpPr>
        <p:grpSpPr>
          <a:xfrm>
            <a:off x="-457200" y="0"/>
            <a:ext cx="10058400" cy="1138871"/>
            <a:chOff x="0" y="0"/>
            <a:chExt cx="10248585" cy="1518494"/>
          </a:xfrm>
        </p:grpSpPr>
        <p:sp>
          <p:nvSpPr>
            <p:cNvPr id="51" name="Freeform 38">
              <a:extLst>
                <a:ext uri="{FF2B5EF4-FFF2-40B4-BE49-F238E27FC236}">
                  <a16:creationId xmlns:a16="http://schemas.microsoft.com/office/drawing/2014/main" id="{E41A0C08-523F-A818-2032-CC34168EDE69}"/>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2" name="Freeform 39">
              <a:extLst>
                <a:ext uri="{FF2B5EF4-FFF2-40B4-BE49-F238E27FC236}">
                  <a16:creationId xmlns:a16="http://schemas.microsoft.com/office/drawing/2014/main" id="{A60C5871-F189-13D4-DBBE-9C16473C7B5F}"/>
                </a:ext>
              </a:extLst>
            </p:cNvPr>
            <p:cNvSpPr/>
            <p:nvPr/>
          </p:nvSpPr>
          <p:spPr>
            <a:xfrm>
              <a:off x="2409049" y="0"/>
              <a:ext cx="783953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3" name="TextBox 40">
              <a:extLst>
                <a:ext uri="{FF2B5EF4-FFF2-40B4-BE49-F238E27FC236}">
                  <a16:creationId xmlns:a16="http://schemas.microsoft.com/office/drawing/2014/main" id="{BDDE873C-281A-5B12-B88D-7C48A2CDA82B}"/>
                </a:ext>
              </a:extLst>
            </p:cNvPr>
            <p:cNvSpPr txBox="1"/>
            <p:nvPr/>
          </p:nvSpPr>
          <p:spPr>
            <a:xfrm>
              <a:off x="424079" y="144456"/>
              <a:ext cx="7986828" cy="1024212"/>
            </a:xfrm>
            <a:prstGeom prst="rect">
              <a:avLst/>
            </a:prstGeom>
          </p:spPr>
          <p:txBody>
            <a:bodyPr wrap="square"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lang="en-US" sz="4662" b="1" dirty="0">
                  <a:solidFill>
                    <a:prstClr val="white"/>
                  </a:solidFill>
                  <a:latin typeface="Raleway Bold"/>
                  <a:ea typeface="Raleway Bold"/>
                  <a:cs typeface="Raleway Bold"/>
                  <a:sym typeface="Raleway Bold"/>
                </a:rPr>
                <a:t>Visualizing the causes</a:t>
              </a:r>
              <a:endPar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endParaRPr>
            </a:p>
          </p:txBody>
        </p:sp>
      </p:grpSp>
      <p:pic>
        <p:nvPicPr>
          <p:cNvPr id="6" name="Picture 5">
            <a:extLst>
              <a:ext uri="{FF2B5EF4-FFF2-40B4-BE49-F238E27FC236}">
                <a16:creationId xmlns:a16="http://schemas.microsoft.com/office/drawing/2014/main" id="{4FB9A229-C576-895E-D79D-8B847C3DFE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0106" y="1354063"/>
            <a:ext cx="15987787" cy="8463535"/>
          </a:xfrm>
          <a:prstGeom prst="rect">
            <a:avLst/>
          </a:prstGeom>
        </p:spPr>
      </p:pic>
    </p:spTree>
    <p:extLst>
      <p:ext uri="{BB962C8B-B14F-4D97-AF65-F5344CB8AC3E}">
        <p14:creationId xmlns:p14="http://schemas.microsoft.com/office/powerpoint/2010/main" val="3408297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DBFEEC2C-7B1D-D05B-8EA8-321A3A8321B4}"/>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B8B7BFB2-9A6A-F835-31DE-1E7D41EF81F8}"/>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6C99AA60-30DD-AA6C-0440-3188FB0F58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500"/>
            <a:ext cx="37033200" cy="26289000"/>
          </a:xfrm>
          <a:prstGeom prst="rect">
            <a:avLst/>
          </a:prstGeom>
        </p:spPr>
      </p:pic>
    </p:spTree>
    <p:extLst>
      <p:ext uri="{BB962C8B-B14F-4D97-AF65-F5344CB8AC3E}">
        <p14:creationId xmlns:p14="http://schemas.microsoft.com/office/powerpoint/2010/main" val="1638274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482BA505-3A8B-9E43-A51D-613CCE00AE41}"/>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E4F3F3CC-844E-5680-D859-BC2F99C2FBE1}"/>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DB6473F3-ABCB-3989-FE50-7B540AE57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02200" y="-4991100"/>
            <a:ext cx="35890200" cy="24993600"/>
          </a:xfrm>
          <a:prstGeom prst="rect">
            <a:avLst/>
          </a:prstGeom>
        </p:spPr>
      </p:pic>
    </p:spTree>
    <p:extLst>
      <p:ext uri="{BB962C8B-B14F-4D97-AF65-F5344CB8AC3E}">
        <p14:creationId xmlns:p14="http://schemas.microsoft.com/office/powerpoint/2010/main" val="3009882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2BDD3DE2-E9B5-6D2F-1320-288E9D2D275E}"/>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EB44CE7F-FFEC-00A7-7323-1C495EDF3D04}"/>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B822A097-B10D-432A-D7B4-F5C1E2DF33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659100"/>
            <a:ext cx="50444400" cy="25946100"/>
          </a:xfrm>
          <a:prstGeom prst="rect">
            <a:avLst/>
          </a:prstGeom>
        </p:spPr>
      </p:pic>
    </p:spTree>
    <p:extLst>
      <p:ext uri="{BB962C8B-B14F-4D97-AF65-F5344CB8AC3E}">
        <p14:creationId xmlns:p14="http://schemas.microsoft.com/office/powerpoint/2010/main" val="1222581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74B9C6BC-B7B1-E97C-24C2-453D0764005A}"/>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1C02313-6B67-D15C-216B-472FA177B290}"/>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72EAA88B-D818-F481-827E-78983EA34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199" y="-15430500"/>
            <a:ext cx="28651200" cy="25717500"/>
          </a:xfrm>
          <a:prstGeom prst="rect">
            <a:avLst/>
          </a:prstGeom>
        </p:spPr>
      </p:pic>
    </p:spTree>
    <p:extLst>
      <p:ext uri="{BB962C8B-B14F-4D97-AF65-F5344CB8AC3E}">
        <p14:creationId xmlns:p14="http://schemas.microsoft.com/office/powerpoint/2010/main" val="2119933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75E791E6-F125-7361-E0B9-1324E46DEEBF}"/>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640029A6-52C6-6663-CAC1-D8ABDBCCFB73}"/>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0" name="Group 37">
            <a:extLst>
              <a:ext uri="{FF2B5EF4-FFF2-40B4-BE49-F238E27FC236}">
                <a16:creationId xmlns:a16="http://schemas.microsoft.com/office/drawing/2014/main" id="{72103124-3D33-8C3E-8733-8310A52E78C4}"/>
              </a:ext>
            </a:extLst>
          </p:cNvPr>
          <p:cNvGrpSpPr/>
          <p:nvPr/>
        </p:nvGrpSpPr>
        <p:grpSpPr>
          <a:xfrm>
            <a:off x="-457200" y="0"/>
            <a:ext cx="10058400" cy="1138871"/>
            <a:chOff x="0" y="0"/>
            <a:chExt cx="10248585" cy="1518494"/>
          </a:xfrm>
        </p:grpSpPr>
        <p:sp>
          <p:nvSpPr>
            <p:cNvPr id="51" name="Freeform 38">
              <a:extLst>
                <a:ext uri="{FF2B5EF4-FFF2-40B4-BE49-F238E27FC236}">
                  <a16:creationId xmlns:a16="http://schemas.microsoft.com/office/drawing/2014/main" id="{A0ECC039-A418-0E8F-EDEF-63AD2BC7CD71}"/>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2" name="Freeform 39">
              <a:extLst>
                <a:ext uri="{FF2B5EF4-FFF2-40B4-BE49-F238E27FC236}">
                  <a16:creationId xmlns:a16="http://schemas.microsoft.com/office/drawing/2014/main" id="{AF64A15B-F048-A024-77F9-24B051F869CD}"/>
                </a:ext>
              </a:extLst>
            </p:cNvPr>
            <p:cNvSpPr/>
            <p:nvPr/>
          </p:nvSpPr>
          <p:spPr>
            <a:xfrm>
              <a:off x="2409049" y="0"/>
              <a:ext cx="783953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3" name="TextBox 40">
              <a:extLst>
                <a:ext uri="{FF2B5EF4-FFF2-40B4-BE49-F238E27FC236}">
                  <a16:creationId xmlns:a16="http://schemas.microsoft.com/office/drawing/2014/main" id="{A5F1EFD1-4398-B7D3-870B-E91A21973297}"/>
                </a:ext>
              </a:extLst>
            </p:cNvPr>
            <p:cNvSpPr txBox="1"/>
            <p:nvPr/>
          </p:nvSpPr>
          <p:spPr>
            <a:xfrm>
              <a:off x="424079" y="144456"/>
              <a:ext cx="7986828" cy="1024212"/>
            </a:xfrm>
            <a:prstGeom prst="rect">
              <a:avLst/>
            </a:prstGeom>
          </p:spPr>
          <p:txBody>
            <a:bodyPr wrap="square"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lang="en-US" sz="4662" b="1" dirty="0">
                  <a:solidFill>
                    <a:prstClr val="white"/>
                  </a:solidFill>
                  <a:latin typeface="Raleway Bold"/>
                  <a:ea typeface="Raleway Bold"/>
                  <a:cs typeface="Raleway Bold"/>
                  <a:sym typeface="Raleway Bold"/>
                </a:rPr>
                <a:t>Visualizing the causes</a:t>
              </a:r>
              <a:endPar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endParaRPr>
            </a:p>
          </p:txBody>
        </p:sp>
      </p:grpSp>
      <p:pic>
        <p:nvPicPr>
          <p:cNvPr id="3" name="Picture 2">
            <a:extLst>
              <a:ext uri="{FF2B5EF4-FFF2-40B4-BE49-F238E27FC236}">
                <a16:creationId xmlns:a16="http://schemas.microsoft.com/office/drawing/2014/main" id="{1602666C-988C-FF9E-8355-DE9F23A64C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93256" y="1309963"/>
            <a:ext cx="16154400" cy="8551736"/>
          </a:xfrm>
          <a:prstGeom prst="rect">
            <a:avLst/>
          </a:prstGeom>
        </p:spPr>
      </p:pic>
    </p:spTree>
    <p:extLst>
      <p:ext uri="{BB962C8B-B14F-4D97-AF65-F5344CB8AC3E}">
        <p14:creationId xmlns:p14="http://schemas.microsoft.com/office/powerpoint/2010/main" val="2697176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B0DC2B8C-4D23-FBFA-6D60-461CFFACC782}"/>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9AD43928-3269-2CEF-6D03-64C70D0AED5C}"/>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9FA74E62-C8F3-F6A4-A6D3-BA3EB0DD6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277100"/>
            <a:ext cx="36652200" cy="31927800"/>
          </a:xfrm>
          <a:prstGeom prst="rect">
            <a:avLst/>
          </a:prstGeom>
        </p:spPr>
      </p:pic>
    </p:spTree>
    <p:extLst>
      <p:ext uri="{BB962C8B-B14F-4D97-AF65-F5344CB8AC3E}">
        <p14:creationId xmlns:p14="http://schemas.microsoft.com/office/powerpoint/2010/main" val="2050485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2013C1E0-4D9A-B660-61D2-07B9AF559D65}"/>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85135FCB-9B1F-CFD8-7399-5140B70FB744}"/>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3A94FEFF-31DF-851E-D5CF-7E6136D36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6100" y="-6896100"/>
            <a:ext cx="36652200" cy="30403800"/>
          </a:xfrm>
          <a:prstGeom prst="rect">
            <a:avLst/>
          </a:prstGeom>
        </p:spPr>
      </p:pic>
    </p:spTree>
    <p:extLst>
      <p:ext uri="{BB962C8B-B14F-4D97-AF65-F5344CB8AC3E}">
        <p14:creationId xmlns:p14="http://schemas.microsoft.com/office/powerpoint/2010/main" val="508439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F3496B67-BFA5-A923-9D78-BBA415A51F36}"/>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099EDED-B05D-AF1F-241F-70EEBEB43FF4}"/>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21DCBF29-7975-9CD3-8D2C-5F15784DF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0" y="-12687300"/>
            <a:ext cx="32813222" cy="22974300"/>
          </a:xfrm>
          <a:prstGeom prst="rect">
            <a:avLst/>
          </a:prstGeom>
        </p:spPr>
      </p:pic>
    </p:spTree>
    <p:extLst>
      <p:ext uri="{BB962C8B-B14F-4D97-AF65-F5344CB8AC3E}">
        <p14:creationId xmlns:p14="http://schemas.microsoft.com/office/powerpoint/2010/main" val="22050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23F24070-FE43-2711-DACD-336A9B9F4234}"/>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70C01C85-21A0-BCE4-2D1E-905CB58FB64C}"/>
              </a:ext>
            </a:extLst>
          </p:cNvPr>
          <p:cNvSpPr txBox="1"/>
          <p:nvPr/>
        </p:nvSpPr>
        <p:spPr>
          <a:xfrm rot="16200000">
            <a:off x="8759249" y="2345984"/>
            <a:ext cx="588676" cy="7068371"/>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98AF31D7-C8DA-A3B6-25DF-EA8AE114F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12400" y="-12915900"/>
            <a:ext cx="41605200" cy="23545800"/>
          </a:xfrm>
          <a:prstGeom prst="rect">
            <a:avLst/>
          </a:prstGeom>
        </p:spPr>
      </p:pic>
    </p:spTree>
    <p:extLst>
      <p:ext uri="{BB962C8B-B14F-4D97-AF65-F5344CB8AC3E}">
        <p14:creationId xmlns:p14="http://schemas.microsoft.com/office/powerpoint/2010/main" val="3635144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F7C83515-F5BC-3B7B-E83F-FC580BD97877}"/>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93FD5E3E-3A76-329E-0569-612F1A19183A}"/>
              </a:ext>
            </a:extLst>
          </p:cNvPr>
          <p:cNvGrpSpPr/>
          <p:nvPr/>
        </p:nvGrpSpPr>
        <p:grpSpPr>
          <a:xfrm>
            <a:off x="1524000" y="800100"/>
            <a:ext cx="15697199" cy="1710063"/>
            <a:chOff x="0" y="0"/>
            <a:chExt cx="7728616" cy="2280083"/>
          </a:xfrm>
        </p:grpSpPr>
        <p:sp>
          <p:nvSpPr>
            <p:cNvPr id="51" name="Freeform 38">
              <a:extLst>
                <a:ext uri="{FF2B5EF4-FFF2-40B4-BE49-F238E27FC236}">
                  <a16:creationId xmlns:a16="http://schemas.microsoft.com/office/drawing/2014/main" id="{EBC8B3BC-E92A-44EE-DD5D-7946FE50DE8A}"/>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48618013-1D2F-8BD4-7A08-116F2CEF9733}"/>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B2CD3A48-BCE5-C8B0-9EE0-D52FB155596D}"/>
                </a:ext>
              </a:extLst>
            </p:cNvPr>
            <p:cNvSpPr txBox="1"/>
            <p:nvPr/>
          </p:nvSpPr>
          <p:spPr>
            <a:xfrm>
              <a:off x="1098398" y="144456"/>
              <a:ext cx="4836407" cy="2135627"/>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Application Interface</a:t>
              </a:r>
            </a:p>
          </p:txBody>
        </p:sp>
      </p:grpSp>
      <p:sp>
        <p:nvSpPr>
          <p:cNvPr id="2" name="TextBox 1">
            <a:extLst>
              <a:ext uri="{FF2B5EF4-FFF2-40B4-BE49-F238E27FC236}">
                <a16:creationId xmlns:a16="http://schemas.microsoft.com/office/drawing/2014/main" id="{2B05DB26-B3D7-4479-328F-772B7DCCB280}"/>
              </a:ext>
            </a:extLst>
          </p:cNvPr>
          <p:cNvSpPr txBox="1"/>
          <p:nvPr/>
        </p:nvSpPr>
        <p:spPr>
          <a:xfrm>
            <a:off x="1524000" y="2648605"/>
            <a:ext cx="15697199" cy="4401205"/>
          </a:xfrm>
          <a:prstGeom prst="rect">
            <a:avLst/>
          </a:prstGeom>
          <a:noFill/>
        </p:spPr>
        <p:txBody>
          <a:bodyPr wrap="square" rtlCol="0">
            <a:spAutoFit/>
          </a:bodyPr>
          <a:lstStyle/>
          <a:p>
            <a:pPr algn="ctr"/>
            <a:r>
              <a:rPr lang="en-US" sz="4000" b="0" i="0" dirty="0">
                <a:solidFill>
                  <a:schemeClr val="bg1"/>
                </a:solidFill>
                <a:effectLst/>
                <a:latin typeface="fkGroteskNeue"/>
              </a:rPr>
              <a:t>Transitioning from our dashboards, which provide a real-time, high-level overview of emergency operations, let’s now explore the </a:t>
            </a:r>
            <a:r>
              <a:rPr lang="en-US" sz="4000" b="0" i="0" dirty="0" err="1">
                <a:solidFill>
                  <a:schemeClr val="bg1"/>
                </a:solidFill>
                <a:effectLst/>
                <a:latin typeface="fkGroteskNeue"/>
              </a:rPr>
              <a:t>BOSHealth</a:t>
            </a:r>
            <a:r>
              <a:rPr lang="en-US" sz="4000" b="0" i="0" dirty="0">
                <a:solidFill>
                  <a:schemeClr val="bg1"/>
                </a:solidFill>
                <a:effectLst/>
                <a:latin typeface="fkGroteskNeue"/>
              </a:rPr>
              <a:t> app interface—the hands-on tool that empowers patients, dispatchers, and hospitals to act on that data instantly. While dashboards set the stage with actionable insights, the app is where those insights turn into life-saving action, connecting every user directly to the emergency response network when it matters most</a:t>
            </a:r>
            <a:endParaRPr lang="en-IN" sz="4000" dirty="0">
              <a:solidFill>
                <a:schemeClr val="bg1"/>
              </a:solidFill>
            </a:endParaRPr>
          </a:p>
        </p:txBody>
      </p:sp>
      <p:pic>
        <p:nvPicPr>
          <p:cNvPr id="4" name="Picture 3">
            <a:extLst>
              <a:ext uri="{FF2B5EF4-FFF2-40B4-BE49-F238E27FC236}">
                <a16:creationId xmlns:a16="http://schemas.microsoft.com/office/drawing/2014/main" id="{C1C5F34B-04E7-72BD-4702-FCD3FA3434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0" y="6386243"/>
            <a:ext cx="4191000" cy="4191000"/>
          </a:xfrm>
          <a:prstGeom prst="rect">
            <a:avLst/>
          </a:prstGeom>
        </p:spPr>
      </p:pic>
      <p:pic>
        <p:nvPicPr>
          <p:cNvPr id="6" name="Picture 5">
            <a:extLst>
              <a:ext uri="{FF2B5EF4-FFF2-40B4-BE49-F238E27FC236}">
                <a16:creationId xmlns:a16="http://schemas.microsoft.com/office/drawing/2014/main" id="{7D250D27-3C1F-7E30-E78F-A38DCCBA40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849976" y="6591300"/>
            <a:ext cx="5514223" cy="3059386"/>
          </a:xfrm>
          <a:prstGeom prst="rect">
            <a:avLst/>
          </a:prstGeom>
        </p:spPr>
      </p:pic>
    </p:spTree>
    <p:extLst>
      <p:ext uri="{BB962C8B-B14F-4D97-AF65-F5344CB8AC3E}">
        <p14:creationId xmlns:p14="http://schemas.microsoft.com/office/powerpoint/2010/main" val="234318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BDA9A789-296C-A146-7C19-942783AC8596}"/>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DCDBB59F-1982-FC35-9C50-4382F53999E7}"/>
              </a:ext>
            </a:extLst>
          </p:cNvPr>
          <p:cNvGrpSpPr/>
          <p:nvPr/>
        </p:nvGrpSpPr>
        <p:grpSpPr>
          <a:xfrm>
            <a:off x="-228600" y="0"/>
            <a:ext cx="14325600" cy="1138871"/>
            <a:chOff x="0" y="0"/>
            <a:chExt cx="7728616" cy="1518494"/>
          </a:xfrm>
        </p:grpSpPr>
        <p:sp>
          <p:nvSpPr>
            <p:cNvPr id="51" name="Freeform 38">
              <a:extLst>
                <a:ext uri="{FF2B5EF4-FFF2-40B4-BE49-F238E27FC236}">
                  <a16:creationId xmlns:a16="http://schemas.microsoft.com/office/drawing/2014/main" id="{F9AC10D4-CA7E-4E88-9DF3-41FAB122DC44}"/>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4111C04E-F258-4A74-5DCE-BDD96A4CE43D}"/>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63F84756-61E6-01AC-0158-9B572B263230}"/>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Patient’s Interface</a:t>
              </a:r>
            </a:p>
          </p:txBody>
        </p:sp>
      </p:grpSp>
      <p:pic>
        <p:nvPicPr>
          <p:cNvPr id="10" name="Picture 9">
            <a:extLst>
              <a:ext uri="{FF2B5EF4-FFF2-40B4-BE49-F238E27FC236}">
                <a16:creationId xmlns:a16="http://schemas.microsoft.com/office/drawing/2014/main" id="{E7BEC511-CA18-F826-ABD9-EE9280ACB021}"/>
              </a:ext>
            </a:extLst>
          </p:cNvPr>
          <p:cNvPicPr>
            <a:picLocks noChangeAspect="1"/>
          </p:cNvPicPr>
          <p:nvPr/>
        </p:nvPicPr>
        <p:blipFill>
          <a:blip r:embed="rId6"/>
          <a:stretch>
            <a:fillRect/>
          </a:stretch>
        </p:blipFill>
        <p:spPr>
          <a:xfrm>
            <a:off x="457204" y="1481604"/>
            <a:ext cx="4017143" cy="7918571"/>
          </a:xfrm>
          <a:prstGeom prst="rect">
            <a:avLst/>
          </a:prstGeom>
        </p:spPr>
      </p:pic>
      <p:pic>
        <p:nvPicPr>
          <p:cNvPr id="24" name="Picture 23">
            <a:extLst>
              <a:ext uri="{FF2B5EF4-FFF2-40B4-BE49-F238E27FC236}">
                <a16:creationId xmlns:a16="http://schemas.microsoft.com/office/drawing/2014/main" id="{F8DAB503-C2EC-DC81-0C4E-396926515841}"/>
              </a:ext>
            </a:extLst>
          </p:cNvPr>
          <p:cNvPicPr>
            <a:picLocks noChangeAspect="1"/>
          </p:cNvPicPr>
          <p:nvPr/>
        </p:nvPicPr>
        <p:blipFill>
          <a:blip r:embed="rId7"/>
          <a:stretch>
            <a:fillRect/>
          </a:stretch>
        </p:blipFill>
        <p:spPr>
          <a:xfrm>
            <a:off x="4903182" y="1501141"/>
            <a:ext cx="4017144" cy="7918570"/>
          </a:xfrm>
          <a:prstGeom prst="rect">
            <a:avLst/>
          </a:prstGeom>
        </p:spPr>
      </p:pic>
      <p:pic>
        <p:nvPicPr>
          <p:cNvPr id="26" name="Picture 25">
            <a:extLst>
              <a:ext uri="{FF2B5EF4-FFF2-40B4-BE49-F238E27FC236}">
                <a16:creationId xmlns:a16="http://schemas.microsoft.com/office/drawing/2014/main" id="{82E40F59-522B-3D76-89AC-52BE3275878E}"/>
              </a:ext>
            </a:extLst>
          </p:cNvPr>
          <p:cNvPicPr>
            <a:picLocks noChangeAspect="1"/>
          </p:cNvPicPr>
          <p:nvPr/>
        </p:nvPicPr>
        <p:blipFill>
          <a:blip r:embed="rId8"/>
          <a:stretch>
            <a:fillRect/>
          </a:stretch>
        </p:blipFill>
        <p:spPr>
          <a:xfrm>
            <a:off x="9349161" y="1501141"/>
            <a:ext cx="4017144" cy="7929514"/>
          </a:xfrm>
          <a:prstGeom prst="rect">
            <a:avLst/>
          </a:prstGeom>
        </p:spPr>
      </p:pic>
      <p:pic>
        <p:nvPicPr>
          <p:cNvPr id="28" name="Picture 27">
            <a:extLst>
              <a:ext uri="{FF2B5EF4-FFF2-40B4-BE49-F238E27FC236}">
                <a16:creationId xmlns:a16="http://schemas.microsoft.com/office/drawing/2014/main" id="{981C44C5-8C73-8B33-8D6F-F9E2B79E6681}"/>
              </a:ext>
            </a:extLst>
          </p:cNvPr>
          <p:cNvPicPr>
            <a:picLocks noChangeAspect="1"/>
          </p:cNvPicPr>
          <p:nvPr/>
        </p:nvPicPr>
        <p:blipFill>
          <a:blip r:embed="rId9"/>
          <a:stretch>
            <a:fillRect/>
          </a:stretch>
        </p:blipFill>
        <p:spPr>
          <a:xfrm>
            <a:off x="13828777" y="1510523"/>
            <a:ext cx="4017143" cy="7929514"/>
          </a:xfrm>
          <a:prstGeom prst="rect">
            <a:avLst/>
          </a:prstGeom>
        </p:spPr>
      </p:pic>
      <p:sp>
        <p:nvSpPr>
          <p:cNvPr id="30" name="TextBox 29">
            <a:extLst>
              <a:ext uri="{FF2B5EF4-FFF2-40B4-BE49-F238E27FC236}">
                <a16:creationId xmlns:a16="http://schemas.microsoft.com/office/drawing/2014/main" id="{058AA76A-61B5-36D1-9CAD-B2BF278444B4}"/>
              </a:ext>
            </a:extLst>
          </p:cNvPr>
          <p:cNvSpPr txBox="1"/>
          <p:nvPr/>
        </p:nvSpPr>
        <p:spPr>
          <a:xfrm>
            <a:off x="1147926" y="9440037"/>
            <a:ext cx="15544800" cy="769441"/>
          </a:xfrm>
          <a:prstGeom prst="rect">
            <a:avLst/>
          </a:prstGeom>
          <a:noFill/>
        </p:spPr>
        <p:txBody>
          <a:bodyPr wrap="square" rtlCol="0">
            <a:spAutoFit/>
          </a:bodyPr>
          <a:lstStyle/>
          <a:p>
            <a:pPr algn="ctr"/>
            <a:r>
              <a:rPr lang="en-IN" sz="4400" b="1" i="0" dirty="0">
                <a:solidFill>
                  <a:schemeClr val="bg1"/>
                </a:solidFill>
                <a:effectLst/>
                <a:latin typeface="Times New Roman" panose="02020603050405020304" pitchFamily="18" charset="0"/>
                <a:cs typeface="Times New Roman" panose="02020603050405020304" pitchFamily="18" charset="0"/>
              </a:rPr>
              <a:t>Patient Profile Screen</a:t>
            </a:r>
            <a:endParaRPr lang="en-IN"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895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9687EEAC-3B49-2ADD-3AF0-EAA8FC5CB610}"/>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9EAE5CD3-A843-7E98-AEC3-4E0715F6E1CF}"/>
              </a:ext>
            </a:extLst>
          </p:cNvPr>
          <p:cNvGrpSpPr/>
          <p:nvPr/>
        </p:nvGrpSpPr>
        <p:grpSpPr>
          <a:xfrm>
            <a:off x="-228600" y="0"/>
            <a:ext cx="14325600" cy="1138871"/>
            <a:chOff x="0" y="0"/>
            <a:chExt cx="7728616" cy="1518494"/>
          </a:xfrm>
        </p:grpSpPr>
        <p:sp>
          <p:nvSpPr>
            <p:cNvPr id="51" name="Freeform 38">
              <a:extLst>
                <a:ext uri="{FF2B5EF4-FFF2-40B4-BE49-F238E27FC236}">
                  <a16:creationId xmlns:a16="http://schemas.microsoft.com/office/drawing/2014/main" id="{28F31C93-368F-FF87-3E29-1B4A35FF1E61}"/>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A06F1523-DF0D-8C48-4297-DFDCBB5CBFD4}"/>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63B8A8EE-56BB-EBB4-AD65-2BA8C8354813}"/>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Patient’s Interface</a:t>
              </a:r>
            </a:p>
          </p:txBody>
        </p:sp>
      </p:grpSp>
      <p:pic>
        <p:nvPicPr>
          <p:cNvPr id="10" name="Picture 9">
            <a:extLst>
              <a:ext uri="{FF2B5EF4-FFF2-40B4-BE49-F238E27FC236}">
                <a16:creationId xmlns:a16="http://schemas.microsoft.com/office/drawing/2014/main" id="{8633CC10-33E3-20D0-4C6F-045769B49AC9}"/>
              </a:ext>
            </a:extLst>
          </p:cNvPr>
          <p:cNvPicPr>
            <a:picLocks noChangeAspect="1"/>
          </p:cNvPicPr>
          <p:nvPr/>
        </p:nvPicPr>
        <p:blipFill>
          <a:blip r:embed="rId6"/>
          <a:stretch>
            <a:fillRect/>
          </a:stretch>
        </p:blipFill>
        <p:spPr>
          <a:xfrm>
            <a:off x="546940" y="-10087856"/>
            <a:ext cx="4017143" cy="7918571"/>
          </a:xfrm>
          <a:prstGeom prst="rect">
            <a:avLst/>
          </a:prstGeom>
        </p:spPr>
      </p:pic>
      <p:pic>
        <p:nvPicPr>
          <p:cNvPr id="24" name="Picture 23">
            <a:extLst>
              <a:ext uri="{FF2B5EF4-FFF2-40B4-BE49-F238E27FC236}">
                <a16:creationId xmlns:a16="http://schemas.microsoft.com/office/drawing/2014/main" id="{56F2AD8F-564D-C239-B705-F22795DCECB3}"/>
              </a:ext>
            </a:extLst>
          </p:cNvPr>
          <p:cNvPicPr>
            <a:picLocks noChangeAspect="1"/>
          </p:cNvPicPr>
          <p:nvPr/>
        </p:nvPicPr>
        <p:blipFill>
          <a:blip r:embed="rId7"/>
          <a:stretch>
            <a:fillRect/>
          </a:stretch>
        </p:blipFill>
        <p:spPr>
          <a:xfrm>
            <a:off x="4992918" y="-10068319"/>
            <a:ext cx="4017144" cy="7918570"/>
          </a:xfrm>
          <a:prstGeom prst="rect">
            <a:avLst/>
          </a:prstGeom>
        </p:spPr>
      </p:pic>
      <p:pic>
        <p:nvPicPr>
          <p:cNvPr id="26" name="Picture 25">
            <a:extLst>
              <a:ext uri="{FF2B5EF4-FFF2-40B4-BE49-F238E27FC236}">
                <a16:creationId xmlns:a16="http://schemas.microsoft.com/office/drawing/2014/main" id="{F9F3F9D0-FF2E-5827-570C-B8CBDACA3FFB}"/>
              </a:ext>
            </a:extLst>
          </p:cNvPr>
          <p:cNvPicPr>
            <a:picLocks noChangeAspect="1"/>
          </p:cNvPicPr>
          <p:nvPr/>
        </p:nvPicPr>
        <p:blipFill>
          <a:blip r:embed="rId8"/>
          <a:stretch>
            <a:fillRect/>
          </a:stretch>
        </p:blipFill>
        <p:spPr>
          <a:xfrm>
            <a:off x="9438897" y="-10068319"/>
            <a:ext cx="4017144" cy="7929514"/>
          </a:xfrm>
          <a:prstGeom prst="rect">
            <a:avLst/>
          </a:prstGeom>
        </p:spPr>
      </p:pic>
      <p:pic>
        <p:nvPicPr>
          <p:cNvPr id="28" name="Picture 27">
            <a:extLst>
              <a:ext uri="{FF2B5EF4-FFF2-40B4-BE49-F238E27FC236}">
                <a16:creationId xmlns:a16="http://schemas.microsoft.com/office/drawing/2014/main" id="{B77F0DA3-2513-1575-7E74-959B9B56A985}"/>
              </a:ext>
            </a:extLst>
          </p:cNvPr>
          <p:cNvPicPr>
            <a:picLocks noChangeAspect="1"/>
          </p:cNvPicPr>
          <p:nvPr/>
        </p:nvPicPr>
        <p:blipFill>
          <a:blip r:embed="rId9"/>
          <a:stretch>
            <a:fillRect/>
          </a:stretch>
        </p:blipFill>
        <p:spPr>
          <a:xfrm>
            <a:off x="13918513" y="-10058937"/>
            <a:ext cx="4017143" cy="7929514"/>
          </a:xfrm>
          <a:prstGeom prst="rect">
            <a:avLst/>
          </a:prstGeom>
        </p:spPr>
      </p:pic>
      <p:pic>
        <p:nvPicPr>
          <p:cNvPr id="2" name="Picture 1">
            <a:extLst>
              <a:ext uri="{FF2B5EF4-FFF2-40B4-BE49-F238E27FC236}">
                <a16:creationId xmlns:a16="http://schemas.microsoft.com/office/drawing/2014/main" id="{0BB08A73-FFC2-04DC-4A87-0AA138DD5AA0}"/>
              </a:ext>
            </a:extLst>
          </p:cNvPr>
          <p:cNvPicPr>
            <a:picLocks noChangeAspect="1"/>
          </p:cNvPicPr>
          <p:nvPr/>
        </p:nvPicPr>
        <p:blipFill>
          <a:blip r:embed="rId10"/>
          <a:stretch>
            <a:fillRect/>
          </a:stretch>
        </p:blipFill>
        <p:spPr>
          <a:xfrm>
            <a:off x="191071" y="1509240"/>
            <a:ext cx="4273392" cy="7775543"/>
          </a:xfrm>
          <a:prstGeom prst="rect">
            <a:avLst/>
          </a:prstGeom>
        </p:spPr>
      </p:pic>
      <p:pic>
        <p:nvPicPr>
          <p:cNvPr id="4" name="Picture 3">
            <a:extLst>
              <a:ext uri="{FF2B5EF4-FFF2-40B4-BE49-F238E27FC236}">
                <a16:creationId xmlns:a16="http://schemas.microsoft.com/office/drawing/2014/main" id="{BBC3AE94-DFFD-60F0-95A6-45A16B0D79A9}"/>
              </a:ext>
            </a:extLst>
          </p:cNvPr>
          <p:cNvPicPr>
            <a:picLocks noChangeAspect="1"/>
          </p:cNvPicPr>
          <p:nvPr/>
        </p:nvPicPr>
        <p:blipFill>
          <a:blip r:embed="rId11"/>
          <a:stretch>
            <a:fillRect/>
          </a:stretch>
        </p:blipFill>
        <p:spPr>
          <a:xfrm>
            <a:off x="4813405" y="1475874"/>
            <a:ext cx="4273392" cy="7842273"/>
          </a:xfrm>
          <a:prstGeom prst="rect">
            <a:avLst/>
          </a:prstGeom>
        </p:spPr>
      </p:pic>
      <p:pic>
        <p:nvPicPr>
          <p:cNvPr id="6" name="Picture 5">
            <a:extLst>
              <a:ext uri="{FF2B5EF4-FFF2-40B4-BE49-F238E27FC236}">
                <a16:creationId xmlns:a16="http://schemas.microsoft.com/office/drawing/2014/main" id="{EEC7B285-4BA0-D82D-E9C9-B71B1F9169F7}"/>
              </a:ext>
            </a:extLst>
          </p:cNvPr>
          <p:cNvPicPr>
            <a:picLocks noChangeAspect="1"/>
          </p:cNvPicPr>
          <p:nvPr/>
        </p:nvPicPr>
        <p:blipFill>
          <a:blip r:embed="rId12"/>
          <a:stretch>
            <a:fillRect/>
          </a:stretch>
        </p:blipFill>
        <p:spPr>
          <a:xfrm>
            <a:off x="9438897" y="1509240"/>
            <a:ext cx="4273392" cy="7883832"/>
          </a:xfrm>
          <a:prstGeom prst="rect">
            <a:avLst/>
          </a:prstGeom>
        </p:spPr>
      </p:pic>
      <p:pic>
        <p:nvPicPr>
          <p:cNvPr id="8" name="Picture 7">
            <a:extLst>
              <a:ext uri="{FF2B5EF4-FFF2-40B4-BE49-F238E27FC236}">
                <a16:creationId xmlns:a16="http://schemas.microsoft.com/office/drawing/2014/main" id="{8CAC8FB7-3A7E-8336-E9D2-E59972D7AB40}"/>
              </a:ext>
            </a:extLst>
          </p:cNvPr>
          <p:cNvPicPr>
            <a:picLocks noChangeAspect="1"/>
          </p:cNvPicPr>
          <p:nvPr/>
        </p:nvPicPr>
        <p:blipFill>
          <a:blip r:embed="rId13"/>
          <a:stretch>
            <a:fillRect/>
          </a:stretch>
        </p:blipFill>
        <p:spPr>
          <a:xfrm>
            <a:off x="14061231" y="1509240"/>
            <a:ext cx="3964161" cy="7842273"/>
          </a:xfrm>
          <a:prstGeom prst="rect">
            <a:avLst/>
          </a:prstGeom>
        </p:spPr>
      </p:pic>
      <p:sp>
        <p:nvSpPr>
          <p:cNvPr id="11" name="TextBox 10">
            <a:extLst>
              <a:ext uri="{FF2B5EF4-FFF2-40B4-BE49-F238E27FC236}">
                <a16:creationId xmlns:a16="http://schemas.microsoft.com/office/drawing/2014/main" id="{908236D7-428B-2F85-84B0-7FF6F1ECB3D4}"/>
              </a:ext>
            </a:extLst>
          </p:cNvPr>
          <p:cNvSpPr txBox="1"/>
          <p:nvPr/>
        </p:nvSpPr>
        <p:spPr>
          <a:xfrm>
            <a:off x="1237662" y="9409217"/>
            <a:ext cx="15544800" cy="769441"/>
          </a:xfrm>
          <a:prstGeom prst="rect">
            <a:avLst/>
          </a:prstGeom>
          <a:noFill/>
        </p:spPr>
        <p:txBody>
          <a:bodyPr wrap="square" rtlCol="0">
            <a:spAutoFit/>
          </a:bodyPr>
          <a:lstStyle/>
          <a:p>
            <a:pPr algn="ctr"/>
            <a:r>
              <a:rPr lang="en-IN" sz="4400" b="1" i="0" dirty="0">
                <a:solidFill>
                  <a:schemeClr val="bg1"/>
                </a:solidFill>
                <a:effectLst/>
                <a:latin typeface="Times New Roman" panose="02020603050405020304" pitchFamily="18" charset="0"/>
                <a:cs typeface="Times New Roman" panose="02020603050405020304" pitchFamily="18" charset="0"/>
              </a:rPr>
              <a:t>Ambulance Booking and Real-Time Tracking Screen</a:t>
            </a:r>
            <a:endParaRPr lang="en-IN"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8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6BE9D48E-122B-9040-B2EB-615D4D879FC7}"/>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9ED0D045-1BF8-C651-0074-A7578A6EA32E}"/>
              </a:ext>
            </a:extLst>
          </p:cNvPr>
          <p:cNvGrpSpPr/>
          <p:nvPr/>
        </p:nvGrpSpPr>
        <p:grpSpPr>
          <a:xfrm>
            <a:off x="-228600" y="0"/>
            <a:ext cx="14325600" cy="1138871"/>
            <a:chOff x="0" y="0"/>
            <a:chExt cx="7728616" cy="1518494"/>
          </a:xfrm>
        </p:grpSpPr>
        <p:sp>
          <p:nvSpPr>
            <p:cNvPr id="51" name="Freeform 38">
              <a:extLst>
                <a:ext uri="{FF2B5EF4-FFF2-40B4-BE49-F238E27FC236}">
                  <a16:creationId xmlns:a16="http://schemas.microsoft.com/office/drawing/2014/main" id="{E33629C2-5F89-749E-1D2C-2F9E082361DD}"/>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4A11B89D-8760-2989-D9D6-ACA1BB68268C}"/>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FDE548E7-68B0-CFFE-14B6-67AFE9191A59}"/>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Patient’s Interface</a:t>
              </a:r>
            </a:p>
          </p:txBody>
        </p:sp>
      </p:grpSp>
      <p:pic>
        <p:nvPicPr>
          <p:cNvPr id="2" name="Picture 1">
            <a:extLst>
              <a:ext uri="{FF2B5EF4-FFF2-40B4-BE49-F238E27FC236}">
                <a16:creationId xmlns:a16="http://schemas.microsoft.com/office/drawing/2014/main" id="{1721DE8F-C800-5099-6C52-1AA2635C8D11}"/>
              </a:ext>
            </a:extLst>
          </p:cNvPr>
          <p:cNvPicPr>
            <a:picLocks noChangeAspect="1"/>
          </p:cNvPicPr>
          <p:nvPr/>
        </p:nvPicPr>
        <p:blipFill>
          <a:blip r:embed="rId6"/>
          <a:stretch>
            <a:fillRect/>
          </a:stretch>
        </p:blipFill>
        <p:spPr>
          <a:xfrm>
            <a:off x="-35859" y="-9944100"/>
            <a:ext cx="4273392" cy="7775543"/>
          </a:xfrm>
          <a:prstGeom prst="rect">
            <a:avLst/>
          </a:prstGeom>
        </p:spPr>
      </p:pic>
      <p:pic>
        <p:nvPicPr>
          <p:cNvPr id="4" name="Picture 3">
            <a:extLst>
              <a:ext uri="{FF2B5EF4-FFF2-40B4-BE49-F238E27FC236}">
                <a16:creationId xmlns:a16="http://schemas.microsoft.com/office/drawing/2014/main" id="{0E38A142-F5A4-9711-C32B-E4D662DB6617}"/>
              </a:ext>
            </a:extLst>
          </p:cNvPr>
          <p:cNvPicPr>
            <a:picLocks noChangeAspect="1"/>
          </p:cNvPicPr>
          <p:nvPr/>
        </p:nvPicPr>
        <p:blipFill>
          <a:blip r:embed="rId7"/>
          <a:stretch>
            <a:fillRect/>
          </a:stretch>
        </p:blipFill>
        <p:spPr>
          <a:xfrm>
            <a:off x="4586475" y="-9977466"/>
            <a:ext cx="4273392" cy="7842273"/>
          </a:xfrm>
          <a:prstGeom prst="rect">
            <a:avLst/>
          </a:prstGeom>
        </p:spPr>
      </p:pic>
      <p:pic>
        <p:nvPicPr>
          <p:cNvPr id="6" name="Picture 5">
            <a:extLst>
              <a:ext uri="{FF2B5EF4-FFF2-40B4-BE49-F238E27FC236}">
                <a16:creationId xmlns:a16="http://schemas.microsoft.com/office/drawing/2014/main" id="{ED486F5D-F0FD-8F09-1F59-8EFD050CA2E1}"/>
              </a:ext>
            </a:extLst>
          </p:cNvPr>
          <p:cNvPicPr>
            <a:picLocks noChangeAspect="1"/>
          </p:cNvPicPr>
          <p:nvPr/>
        </p:nvPicPr>
        <p:blipFill>
          <a:blip r:embed="rId8"/>
          <a:stretch>
            <a:fillRect/>
          </a:stretch>
        </p:blipFill>
        <p:spPr>
          <a:xfrm>
            <a:off x="9211967" y="-9944100"/>
            <a:ext cx="4273392" cy="7883832"/>
          </a:xfrm>
          <a:prstGeom prst="rect">
            <a:avLst/>
          </a:prstGeom>
        </p:spPr>
      </p:pic>
      <p:pic>
        <p:nvPicPr>
          <p:cNvPr id="8" name="Picture 7">
            <a:extLst>
              <a:ext uri="{FF2B5EF4-FFF2-40B4-BE49-F238E27FC236}">
                <a16:creationId xmlns:a16="http://schemas.microsoft.com/office/drawing/2014/main" id="{B0EEA8F4-DF0E-8F0A-58EB-A8B27E4D259C}"/>
              </a:ext>
            </a:extLst>
          </p:cNvPr>
          <p:cNvPicPr>
            <a:picLocks noChangeAspect="1"/>
          </p:cNvPicPr>
          <p:nvPr/>
        </p:nvPicPr>
        <p:blipFill>
          <a:blip r:embed="rId9"/>
          <a:stretch>
            <a:fillRect/>
          </a:stretch>
        </p:blipFill>
        <p:spPr>
          <a:xfrm>
            <a:off x="13834301" y="-9944100"/>
            <a:ext cx="3964161" cy="7842273"/>
          </a:xfrm>
          <a:prstGeom prst="rect">
            <a:avLst/>
          </a:prstGeom>
        </p:spPr>
      </p:pic>
      <p:pic>
        <p:nvPicPr>
          <p:cNvPr id="5" name="Picture 4">
            <a:extLst>
              <a:ext uri="{FF2B5EF4-FFF2-40B4-BE49-F238E27FC236}">
                <a16:creationId xmlns:a16="http://schemas.microsoft.com/office/drawing/2014/main" id="{3261AF1C-362F-F9A2-E402-A1452AF96342}"/>
              </a:ext>
            </a:extLst>
          </p:cNvPr>
          <p:cNvPicPr>
            <a:picLocks noChangeAspect="1"/>
          </p:cNvPicPr>
          <p:nvPr/>
        </p:nvPicPr>
        <p:blipFill>
          <a:blip r:embed="rId10"/>
          <a:stretch>
            <a:fillRect/>
          </a:stretch>
        </p:blipFill>
        <p:spPr>
          <a:xfrm>
            <a:off x="609600" y="1365299"/>
            <a:ext cx="3627164" cy="7875419"/>
          </a:xfrm>
          <a:prstGeom prst="rect">
            <a:avLst/>
          </a:prstGeom>
        </p:spPr>
      </p:pic>
      <p:pic>
        <p:nvPicPr>
          <p:cNvPr id="9" name="Picture 8">
            <a:extLst>
              <a:ext uri="{FF2B5EF4-FFF2-40B4-BE49-F238E27FC236}">
                <a16:creationId xmlns:a16="http://schemas.microsoft.com/office/drawing/2014/main" id="{139D8BE3-1A85-6D35-DC43-AE8C315611CA}"/>
              </a:ext>
            </a:extLst>
          </p:cNvPr>
          <p:cNvPicPr>
            <a:picLocks noChangeAspect="1"/>
          </p:cNvPicPr>
          <p:nvPr/>
        </p:nvPicPr>
        <p:blipFill>
          <a:blip r:embed="rId11"/>
          <a:stretch>
            <a:fillRect/>
          </a:stretch>
        </p:blipFill>
        <p:spPr>
          <a:xfrm>
            <a:off x="5000611" y="1365299"/>
            <a:ext cx="3832882" cy="7875419"/>
          </a:xfrm>
          <a:prstGeom prst="rect">
            <a:avLst/>
          </a:prstGeom>
        </p:spPr>
      </p:pic>
      <p:sp>
        <p:nvSpPr>
          <p:cNvPr id="14" name="TextBox 13">
            <a:extLst>
              <a:ext uri="{FF2B5EF4-FFF2-40B4-BE49-F238E27FC236}">
                <a16:creationId xmlns:a16="http://schemas.microsoft.com/office/drawing/2014/main" id="{81984121-1B31-634F-44FD-660B84EFDBA3}"/>
              </a:ext>
            </a:extLst>
          </p:cNvPr>
          <p:cNvSpPr txBox="1"/>
          <p:nvPr/>
        </p:nvSpPr>
        <p:spPr>
          <a:xfrm>
            <a:off x="-3276600" y="9310803"/>
            <a:ext cx="15544800" cy="769441"/>
          </a:xfrm>
          <a:prstGeom prst="rect">
            <a:avLst/>
          </a:prstGeom>
          <a:noFill/>
        </p:spPr>
        <p:txBody>
          <a:bodyPr wrap="square" rtlCol="0">
            <a:spAutoFit/>
          </a:bodyPr>
          <a:lstStyle/>
          <a:p>
            <a:pPr algn="ctr"/>
            <a:r>
              <a:rPr lang="en-IN" sz="4400" b="1" i="0" dirty="0">
                <a:solidFill>
                  <a:schemeClr val="bg1"/>
                </a:solidFill>
                <a:effectLst/>
                <a:latin typeface="Times New Roman" panose="02020603050405020304" pitchFamily="18" charset="0"/>
                <a:cs typeface="Times New Roman" panose="02020603050405020304" pitchFamily="18" charset="0"/>
              </a:rPr>
              <a:t>Real-Time Tracking Screen</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E578F1D-4F03-5F4D-3405-83C15F6BB3E9}"/>
              </a:ext>
            </a:extLst>
          </p:cNvPr>
          <p:cNvSpPr txBox="1"/>
          <p:nvPr/>
        </p:nvSpPr>
        <p:spPr>
          <a:xfrm>
            <a:off x="9446759" y="1372919"/>
            <a:ext cx="8077200" cy="6740307"/>
          </a:xfrm>
          <a:prstGeom prst="rect">
            <a:avLst/>
          </a:prstGeom>
          <a:noFill/>
        </p:spPr>
        <p:txBody>
          <a:bodyPr wrap="square" rtlCol="0">
            <a:spAutoFit/>
          </a:bodyPr>
          <a:lstStyle/>
          <a:p>
            <a:pPr algn="ctr"/>
            <a:r>
              <a:rPr lang="en-US" sz="4800" b="1" dirty="0">
                <a:solidFill>
                  <a:schemeClr val="bg1"/>
                </a:solidFill>
                <a:latin typeface="Times New Roman" panose="02020603050405020304" pitchFamily="18" charset="0"/>
                <a:cs typeface="Times New Roman" panose="02020603050405020304" pitchFamily="18" charset="0"/>
              </a:rPr>
              <a:t>The patient interface of the emergency ambulance service app is designed for speed, clarity, and ease of use during critical moments. It enables users to quickly register, book an ambulance with minimal steps, and track its arrival in real time.</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A054E5D1-A339-C207-7D73-ADCD3E62AD9F}"/>
              </a:ext>
            </a:extLst>
          </p:cNvPr>
          <p:cNvSpPr/>
          <p:nvPr/>
        </p:nvSpPr>
        <p:spPr>
          <a:xfrm>
            <a:off x="10456398" y="8294418"/>
            <a:ext cx="6057921" cy="83952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0ECE1C1-AEE0-BC0D-50F5-B4339B9A9478}"/>
              </a:ext>
            </a:extLst>
          </p:cNvPr>
          <p:cNvSpPr txBox="1"/>
          <p:nvPr/>
        </p:nvSpPr>
        <p:spPr>
          <a:xfrm>
            <a:off x="10456398" y="8395167"/>
            <a:ext cx="6057920" cy="1831271"/>
          </a:xfrm>
          <a:prstGeom prst="rect">
            <a:avLst/>
          </a:prstGeom>
          <a:noFill/>
        </p:spPr>
        <p:txBody>
          <a:bodyPr wrap="square">
            <a:spAutoFit/>
          </a:bodyPr>
          <a:lstStyle/>
          <a:p>
            <a:pPr algn="ctr" rtl="0">
              <a:spcBef>
                <a:spcPts val="600"/>
              </a:spcBef>
              <a:spcAft>
                <a:spcPts val="600"/>
              </a:spcAft>
              <a:buNone/>
            </a:pPr>
            <a:r>
              <a:rPr lang="en-IN" sz="3600" b="1" i="0" u="none" strike="noStrike" dirty="0">
                <a:solidFill>
                  <a:srgbClr val="000000"/>
                </a:solidFill>
                <a:effectLst/>
                <a:latin typeface="Roboto Mono" panose="00000009000000000000" pitchFamily="49" charset="0"/>
              </a:rPr>
              <a:t>LIVE DEMO:</a:t>
            </a:r>
            <a:r>
              <a:rPr lang="en-US" sz="3600" b="1" i="0" u="sng" strike="noStrike" dirty="0">
                <a:solidFill>
                  <a:srgbClr val="DF2935"/>
                </a:solidFill>
                <a:effectLst/>
                <a:latin typeface="Roboto Mono" panose="020F0502020204030204" pitchFamily="49" charset="0"/>
                <a:hlinkClick r:id="rId12"/>
              </a:rPr>
              <a:t> Link</a:t>
            </a:r>
            <a:r>
              <a:rPr lang="en-IN" sz="3600" b="1" i="0" u="none" strike="noStrike" dirty="0">
                <a:solidFill>
                  <a:srgbClr val="000000"/>
                </a:solidFill>
                <a:effectLst/>
                <a:latin typeface="Roboto Mono" panose="00000009000000000000" pitchFamily="49" charset="0"/>
              </a:rPr>
              <a:t> </a:t>
            </a:r>
            <a:endParaRPr lang="en-IN" sz="3600" b="0" dirty="0">
              <a:effectLst/>
            </a:endParaRPr>
          </a:p>
          <a:p>
            <a:pPr>
              <a:buNone/>
            </a:pPr>
            <a:br>
              <a:rPr lang="en-IN" sz="3600" dirty="0"/>
            </a:br>
            <a:endParaRPr lang="en-IN" sz="3600" dirty="0"/>
          </a:p>
        </p:txBody>
      </p:sp>
    </p:spTree>
    <p:extLst>
      <p:ext uri="{BB962C8B-B14F-4D97-AF65-F5344CB8AC3E}">
        <p14:creationId xmlns:p14="http://schemas.microsoft.com/office/powerpoint/2010/main" val="2852348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6568721A-BFF7-2817-FC04-94886D30CAF9}"/>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8D67428F-D04B-3FDB-686F-02F0BC50AB93}"/>
              </a:ext>
            </a:extLst>
          </p:cNvPr>
          <p:cNvGrpSpPr/>
          <p:nvPr/>
        </p:nvGrpSpPr>
        <p:grpSpPr>
          <a:xfrm>
            <a:off x="-228600" y="0"/>
            <a:ext cx="14325600" cy="1138871"/>
            <a:chOff x="0" y="0"/>
            <a:chExt cx="7728616" cy="1518494"/>
          </a:xfrm>
        </p:grpSpPr>
        <p:sp>
          <p:nvSpPr>
            <p:cNvPr id="51" name="Freeform 38">
              <a:extLst>
                <a:ext uri="{FF2B5EF4-FFF2-40B4-BE49-F238E27FC236}">
                  <a16:creationId xmlns:a16="http://schemas.microsoft.com/office/drawing/2014/main" id="{D85C4E7E-2A03-72C5-7D22-33534C7DF4C2}"/>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00AD73B6-0775-86EA-F4DC-6BF4B462ADB6}"/>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E6E77765-F439-67AB-1344-40DB627370C1}"/>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a:t>
              </a:r>
              <a:r>
                <a:rPr lang="en-US" sz="4662" b="1" dirty="0">
                  <a:solidFill>
                    <a:prstClr val="white"/>
                  </a:solidFill>
                  <a:latin typeface="Raleway Bold"/>
                  <a:ea typeface="Raleway Bold"/>
                  <a:cs typeface="Raleway Bold"/>
                  <a:sym typeface="Raleway Bold"/>
                </a:rPr>
                <a:t>Hospital’</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s Interface</a:t>
              </a:r>
            </a:p>
          </p:txBody>
        </p:sp>
      </p:grpSp>
      <p:pic>
        <p:nvPicPr>
          <p:cNvPr id="11" name="Picture 10">
            <a:extLst>
              <a:ext uri="{FF2B5EF4-FFF2-40B4-BE49-F238E27FC236}">
                <a16:creationId xmlns:a16="http://schemas.microsoft.com/office/drawing/2014/main" id="{925D4147-5813-FE03-2E12-56C30B464C27}"/>
              </a:ext>
            </a:extLst>
          </p:cNvPr>
          <p:cNvPicPr>
            <a:picLocks noChangeAspect="1"/>
          </p:cNvPicPr>
          <p:nvPr/>
        </p:nvPicPr>
        <p:blipFill>
          <a:blip r:embed="rId6"/>
          <a:stretch>
            <a:fillRect/>
          </a:stretch>
        </p:blipFill>
        <p:spPr>
          <a:xfrm>
            <a:off x="228599" y="1371290"/>
            <a:ext cx="8816318" cy="6766313"/>
          </a:xfrm>
          <a:prstGeom prst="rect">
            <a:avLst/>
          </a:prstGeom>
        </p:spPr>
      </p:pic>
      <p:pic>
        <p:nvPicPr>
          <p:cNvPr id="12" name="Picture 11">
            <a:extLst>
              <a:ext uri="{FF2B5EF4-FFF2-40B4-BE49-F238E27FC236}">
                <a16:creationId xmlns:a16="http://schemas.microsoft.com/office/drawing/2014/main" id="{9C01F505-C1F7-0A3D-A4E5-3483D7578C1F}"/>
              </a:ext>
            </a:extLst>
          </p:cNvPr>
          <p:cNvPicPr>
            <a:picLocks noChangeAspect="1"/>
          </p:cNvPicPr>
          <p:nvPr/>
        </p:nvPicPr>
        <p:blipFill>
          <a:blip r:embed="rId7"/>
          <a:stretch>
            <a:fillRect/>
          </a:stretch>
        </p:blipFill>
        <p:spPr>
          <a:xfrm>
            <a:off x="9243085" y="1371289"/>
            <a:ext cx="8686800" cy="6766313"/>
          </a:xfrm>
          <a:prstGeom prst="rect">
            <a:avLst/>
          </a:prstGeom>
        </p:spPr>
      </p:pic>
      <p:sp>
        <p:nvSpPr>
          <p:cNvPr id="13" name="TextBox 12">
            <a:extLst>
              <a:ext uri="{FF2B5EF4-FFF2-40B4-BE49-F238E27FC236}">
                <a16:creationId xmlns:a16="http://schemas.microsoft.com/office/drawing/2014/main" id="{479374CF-7528-1289-F403-F0826D3B2C1D}"/>
              </a:ext>
            </a:extLst>
          </p:cNvPr>
          <p:cNvSpPr txBox="1"/>
          <p:nvPr/>
        </p:nvSpPr>
        <p:spPr>
          <a:xfrm>
            <a:off x="251484" y="8229383"/>
            <a:ext cx="18036516" cy="1569660"/>
          </a:xfrm>
          <a:prstGeom prst="rect">
            <a:avLst/>
          </a:prstGeom>
          <a:noFill/>
        </p:spPr>
        <p:txBody>
          <a:bodyPr wrap="square" rtlCol="0">
            <a:spAutoFit/>
          </a:bodyPr>
          <a:lstStyle/>
          <a:p>
            <a:r>
              <a:rPr lang="en-US" sz="3200" b="1" i="0" dirty="0">
                <a:solidFill>
                  <a:schemeClr val="bg1"/>
                </a:solidFill>
                <a:effectLst/>
                <a:latin typeface="Times New Roman" panose="02020603050405020304" pitchFamily="18" charset="0"/>
                <a:cs typeface="Times New Roman" panose="02020603050405020304" pitchFamily="18" charset="0"/>
              </a:rPr>
              <a:t>The hospital interface provides real-time patient data, ED status, and team coordination tools, ensuring efficient emergency response. Key features include live patient vitals, bed availability, team member status, and incoming patient tracking for optimized preparedness and streamlined workflows.</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9CAF43F6-F812-439D-261A-E86AC27CB363}"/>
              </a:ext>
            </a:extLst>
          </p:cNvPr>
          <p:cNvSpPr/>
          <p:nvPr/>
        </p:nvSpPr>
        <p:spPr>
          <a:xfrm>
            <a:off x="13335144" y="779792"/>
            <a:ext cx="4708215" cy="71815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F5186A9-13F2-E7B8-1F1F-EC09C24E585E}"/>
              </a:ext>
            </a:extLst>
          </p:cNvPr>
          <p:cNvSpPr txBox="1"/>
          <p:nvPr/>
        </p:nvSpPr>
        <p:spPr>
          <a:xfrm>
            <a:off x="13780825" y="876501"/>
            <a:ext cx="4149060" cy="3123932"/>
          </a:xfrm>
          <a:prstGeom prst="rect">
            <a:avLst/>
          </a:prstGeom>
          <a:noFill/>
        </p:spPr>
        <p:txBody>
          <a:bodyPr wrap="square">
            <a:spAutoFit/>
          </a:bodyPr>
          <a:lstStyle/>
          <a:p>
            <a:pPr rtl="0">
              <a:buNone/>
            </a:pPr>
            <a:r>
              <a:rPr lang="en-IN" sz="3200" b="1" i="0" u="none" strike="noStrike" dirty="0">
                <a:solidFill>
                  <a:srgbClr val="000000"/>
                </a:solidFill>
                <a:effectLst/>
                <a:latin typeface="Roboto Mono" panose="00000009000000000000" pitchFamily="49" charset="0"/>
              </a:rPr>
              <a:t>LIVE DEMO:</a:t>
            </a:r>
            <a:r>
              <a:rPr lang="en-US" sz="3200" b="1" i="0" u="sng" strike="noStrike" dirty="0">
                <a:solidFill>
                  <a:srgbClr val="DF2935"/>
                </a:solidFill>
                <a:effectLst/>
                <a:latin typeface="Roboto Mono" panose="020F0502020204030204" pitchFamily="49" charset="0"/>
                <a:hlinkClick r:id="rId8"/>
              </a:rPr>
              <a:t>Link</a:t>
            </a:r>
            <a:endParaRPr lang="en-US" sz="3200" b="0" dirty="0">
              <a:effectLst/>
            </a:endParaRPr>
          </a:p>
          <a:p>
            <a:pPr>
              <a:buNone/>
            </a:pPr>
            <a:br>
              <a:rPr lang="en-US" sz="3200" b="0" dirty="0">
                <a:effectLst/>
              </a:rPr>
            </a:br>
            <a:br>
              <a:rPr lang="en-US" sz="3200" b="0" dirty="0">
                <a:effectLst/>
              </a:rPr>
            </a:br>
            <a:endParaRPr lang="en-IN" sz="3200" dirty="0"/>
          </a:p>
          <a:p>
            <a:pPr algn="ctr" rtl="0">
              <a:spcBef>
                <a:spcPts val="600"/>
              </a:spcBef>
              <a:spcAft>
                <a:spcPts val="600"/>
              </a:spcAft>
              <a:buNone/>
            </a:pPr>
            <a:br>
              <a:rPr lang="en-IN" sz="3200" dirty="0"/>
            </a:br>
            <a:endParaRPr lang="en-IN" sz="3200" dirty="0"/>
          </a:p>
        </p:txBody>
      </p:sp>
    </p:spTree>
    <p:extLst>
      <p:ext uri="{BB962C8B-B14F-4D97-AF65-F5344CB8AC3E}">
        <p14:creationId xmlns:p14="http://schemas.microsoft.com/office/powerpoint/2010/main" val="809277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12AA774E-7311-281D-2C8C-C9B35DE73B57}"/>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28BDCD77-177F-CA70-7A46-8776ACCA9A16}"/>
              </a:ext>
            </a:extLst>
          </p:cNvPr>
          <p:cNvGrpSpPr/>
          <p:nvPr/>
        </p:nvGrpSpPr>
        <p:grpSpPr>
          <a:xfrm>
            <a:off x="-228600" y="0"/>
            <a:ext cx="15240000" cy="1710063"/>
            <a:chOff x="0" y="0"/>
            <a:chExt cx="7728616" cy="2280083"/>
          </a:xfrm>
        </p:grpSpPr>
        <p:sp>
          <p:nvSpPr>
            <p:cNvPr id="51" name="Freeform 38">
              <a:extLst>
                <a:ext uri="{FF2B5EF4-FFF2-40B4-BE49-F238E27FC236}">
                  <a16:creationId xmlns:a16="http://schemas.microsoft.com/office/drawing/2014/main" id="{B78F4C84-134F-ED86-EEA4-A01F6140B703}"/>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407D8760-A4EC-4402-0EE7-9C73C461CA73}"/>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82148135-667C-198C-0093-CFFC007E9160}"/>
                </a:ext>
              </a:extLst>
            </p:cNvPr>
            <p:cNvSpPr txBox="1"/>
            <p:nvPr/>
          </p:nvSpPr>
          <p:spPr>
            <a:xfrm>
              <a:off x="1098398" y="144456"/>
              <a:ext cx="4836407" cy="2135627"/>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a:t>
              </a:r>
              <a:r>
                <a:rPr lang="en-US" sz="4662" b="1" dirty="0">
                  <a:solidFill>
                    <a:prstClr val="white"/>
                  </a:solidFill>
                  <a:latin typeface="Raleway Bold"/>
                  <a:ea typeface="Raleway Bold"/>
                  <a:cs typeface="Raleway Bold"/>
                  <a:sym typeface="Raleway Bold"/>
                </a:rPr>
                <a:t>Dispatcher’</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s Interface</a:t>
              </a:r>
            </a:p>
          </p:txBody>
        </p:sp>
      </p:grpSp>
      <p:pic>
        <p:nvPicPr>
          <p:cNvPr id="3" name="Picture 2">
            <a:extLst>
              <a:ext uri="{FF2B5EF4-FFF2-40B4-BE49-F238E27FC236}">
                <a16:creationId xmlns:a16="http://schemas.microsoft.com/office/drawing/2014/main" id="{70CE7804-EA00-789E-7567-BF3D2E3ADCA1}"/>
              </a:ext>
            </a:extLst>
          </p:cNvPr>
          <p:cNvPicPr>
            <a:picLocks noChangeAspect="1"/>
          </p:cNvPicPr>
          <p:nvPr/>
        </p:nvPicPr>
        <p:blipFill>
          <a:blip r:embed="rId6"/>
          <a:srcRect t="3500"/>
          <a:stretch/>
        </p:blipFill>
        <p:spPr>
          <a:xfrm>
            <a:off x="304800" y="1485900"/>
            <a:ext cx="4216988" cy="7739517"/>
          </a:xfrm>
          <a:prstGeom prst="rect">
            <a:avLst/>
          </a:prstGeom>
        </p:spPr>
      </p:pic>
      <p:pic>
        <p:nvPicPr>
          <p:cNvPr id="5" name="Picture 4">
            <a:extLst>
              <a:ext uri="{FF2B5EF4-FFF2-40B4-BE49-F238E27FC236}">
                <a16:creationId xmlns:a16="http://schemas.microsoft.com/office/drawing/2014/main" id="{96B7C4A9-30B0-EC27-1EA2-013DA0E76609}"/>
              </a:ext>
            </a:extLst>
          </p:cNvPr>
          <p:cNvPicPr>
            <a:picLocks noChangeAspect="1"/>
          </p:cNvPicPr>
          <p:nvPr/>
        </p:nvPicPr>
        <p:blipFill>
          <a:blip r:embed="rId7"/>
          <a:stretch>
            <a:fillRect/>
          </a:stretch>
        </p:blipFill>
        <p:spPr>
          <a:xfrm>
            <a:off x="4754383" y="1485900"/>
            <a:ext cx="4216988" cy="7739516"/>
          </a:xfrm>
          <a:prstGeom prst="rect">
            <a:avLst/>
          </a:prstGeom>
        </p:spPr>
      </p:pic>
      <p:pic>
        <p:nvPicPr>
          <p:cNvPr id="7" name="Picture 6">
            <a:extLst>
              <a:ext uri="{FF2B5EF4-FFF2-40B4-BE49-F238E27FC236}">
                <a16:creationId xmlns:a16="http://schemas.microsoft.com/office/drawing/2014/main" id="{64CA20C4-A280-1533-152D-A12E9F020ED7}"/>
              </a:ext>
            </a:extLst>
          </p:cNvPr>
          <p:cNvPicPr>
            <a:picLocks noChangeAspect="1"/>
          </p:cNvPicPr>
          <p:nvPr/>
        </p:nvPicPr>
        <p:blipFill>
          <a:blip r:embed="rId8"/>
          <a:stretch>
            <a:fillRect/>
          </a:stretch>
        </p:blipFill>
        <p:spPr>
          <a:xfrm>
            <a:off x="9297459" y="1485900"/>
            <a:ext cx="4216988" cy="7739516"/>
          </a:xfrm>
          <a:prstGeom prst="rect">
            <a:avLst/>
          </a:prstGeom>
        </p:spPr>
      </p:pic>
      <p:pic>
        <p:nvPicPr>
          <p:cNvPr id="9" name="Picture 8">
            <a:extLst>
              <a:ext uri="{FF2B5EF4-FFF2-40B4-BE49-F238E27FC236}">
                <a16:creationId xmlns:a16="http://schemas.microsoft.com/office/drawing/2014/main" id="{3B26D224-9BAE-B0BE-BB37-7F021E69BCC1}"/>
              </a:ext>
            </a:extLst>
          </p:cNvPr>
          <p:cNvPicPr>
            <a:picLocks noChangeAspect="1"/>
          </p:cNvPicPr>
          <p:nvPr/>
        </p:nvPicPr>
        <p:blipFill>
          <a:blip r:embed="rId9"/>
          <a:stretch>
            <a:fillRect/>
          </a:stretch>
        </p:blipFill>
        <p:spPr>
          <a:xfrm>
            <a:off x="13793592" y="1485900"/>
            <a:ext cx="4216988" cy="7739516"/>
          </a:xfrm>
          <a:prstGeom prst="rect">
            <a:avLst/>
          </a:prstGeom>
        </p:spPr>
      </p:pic>
      <p:sp>
        <p:nvSpPr>
          <p:cNvPr id="10" name="TextBox 9">
            <a:extLst>
              <a:ext uri="{FF2B5EF4-FFF2-40B4-BE49-F238E27FC236}">
                <a16:creationId xmlns:a16="http://schemas.microsoft.com/office/drawing/2014/main" id="{6FD072E0-31B1-5750-F6B5-8CEFCD7F0329}"/>
              </a:ext>
            </a:extLst>
          </p:cNvPr>
          <p:cNvSpPr txBox="1"/>
          <p:nvPr/>
        </p:nvSpPr>
        <p:spPr>
          <a:xfrm>
            <a:off x="686859" y="9297548"/>
            <a:ext cx="17221200" cy="769441"/>
          </a:xfrm>
          <a:prstGeom prst="rect">
            <a:avLst/>
          </a:prstGeom>
          <a:noFill/>
        </p:spPr>
        <p:txBody>
          <a:bodyPr wrap="square" rtlCol="0">
            <a:spAutoFit/>
          </a:bodyPr>
          <a:lstStyle/>
          <a:p>
            <a:pPr algn="ctr"/>
            <a:r>
              <a:rPr lang="en-IN" sz="4400" b="1" i="0" dirty="0">
                <a:solidFill>
                  <a:schemeClr val="bg1"/>
                </a:solidFill>
                <a:effectLst/>
                <a:latin typeface="Times New Roman" panose="02020603050405020304" pitchFamily="18" charset="0"/>
                <a:cs typeface="Times New Roman" panose="02020603050405020304" pitchFamily="18" charset="0"/>
              </a:rPr>
              <a:t>Real-Time Tracking, Two-Way Communication, Incident Management</a:t>
            </a:r>
            <a:endParaRPr lang="en-IN" sz="4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0728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366DD00A-B868-A74D-31B2-65C861B59CD9}"/>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D00037BD-896A-EB2C-8471-B4BFD763B6F7}"/>
              </a:ext>
            </a:extLst>
          </p:cNvPr>
          <p:cNvGrpSpPr/>
          <p:nvPr/>
        </p:nvGrpSpPr>
        <p:grpSpPr>
          <a:xfrm>
            <a:off x="-228600" y="0"/>
            <a:ext cx="15240000" cy="1710063"/>
            <a:chOff x="0" y="0"/>
            <a:chExt cx="7728616" cy="2280083"/>
          </a:xfrm>
        </p:grpSpPr>
        <p:sp>
          <p:nvSpPr>
            <p:cNvPr id="51" name="Freeform 38">
              <a:extLst>
                <a:ext uri="{FF2B5EF4-FFF2-40B4-BE49-F238E27FC236}">
                  <a16:creationId xmlns:a16="http://schemas.microsoft.com/office/drawing/2014/main" id="{D7A54C6E-63F0-F880-4717-C39763FF11A6}"/>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FD0394BB-A679-A259-D9BC-C733D8B12758}"/>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9C66A132-FB4E-00D7-E47D-FD5964BE5CC6}"/>
                </a:ext>
              </a:extLst>
            </p:cNvPr>
            <p:cNvSpPr txBox="1"/>
            <p:nvPr/>
          </p:nvSpPr>
          <p:spPr>
            <a:xfrm>
              <a:off x="1098398" y="144456"/>
              <a:ext cx="4836407" cy="2135627"/>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err="1">
                  <a:ln>
                    <a:noFill/>
                  </a:ln>
                  <a:solidFill>
                    <a:prstClr val="white"/>
                  </a:solidFill>
                  <a:effectLst/>
                  <a:uLnTx/>
                  <a:uFillTx/>
                  <a:latin typeface="Raleway Bold"/>
                  <a:ea typeface="Raleway Bold"/>
                  <a:cs typeface="Raleway Bold"/>
                  <a:sym typeface="Raleway Bold"/>
                </a:rPr>
                <a:t>BOSHealth</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 </a:t>
              </a:r>
              <a:r>
                <a:rPr lang="en-US" sz="4662" b="1" dirty="0">
                  <a:solidFill>
                    <a:prstClr val="white"/>
                  </a:solidFill>
                  <a:latin typeface="Raleway Bold"/>
                  <a:ea typeface="Raleway Bold"/>
                  <a:cs typeface="Raleway Bold"/>
                  <a:sym typeface="Raleway Bold"/>
                </a:rPr>
                <a:t>Dispatcher’</a:t>
              </a: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s Interface</a:t>
              </a:r>
            </a:p>
          </p:txBody>
        </p:sp>
      </p:grpSp>
      <p:pic>
        <p:nvPicPr>
          <p:cNvPr id="3" name="Picture 2">
            <a:extLst>
              <a:ext uri="{FF2B5EF4-FFF2-40B4-BE49-F238E27FC236}">
                <a16:creationId xmlns:a16="http://schemas.microsoft.com/office/drawing/2014/main" id="{457E9393-F4FF-D104-CA9F-F67A3DE3DE5F}"/>
              </a:ext>
            </a:extLst>
          </p:cNvPr>
          <p:cNvPicPr>
            <a:picLocks noChangeAspect="1"/>
          </p:cNvPicPr>
          <p:nvPr/>
        </p:nvPicPr>
        <p:blipFill>
          <a:blip r:embed="rId6"/>
          <a:srcRect t="3500"/>
          <a:stretch/>
        </p:blipFill>
        <p:spPr>
          <a:xfrm>
            <a:off x="-198120" y="-10184807"/>
            <a:ext cx="4216988" cy="7739517"/>
          </a:xfrm>
          <a:prstGeom prst="rect">
            <a:avLst/>
          </a:prstGeom>
        </p:spPr>
      </p:pic>
      <p:pic>
        <p:nvPicPr>
          <p:cNvPr id="5" name="Picture 4">
            <a:extLst>
              <a:ext uri="{FF2B5EF4-FFF2-40B4-BE49-F238E27FC236}">
                <a16:creationId xmlns:a16="http://schemas.microsoft.com/office/drawing/2014/main" id="{C3313812-19F9-5548-E604-09610BD6D072}"/>
              </a:ext>
            </a:extLst>
          </p:cNvPr>
          <p:cNvPicPr>
            <a:picLocks noChangeAspect="1"/>
          </p:cNvPicPr>
          <p:nvPr/>
        </p:nvPicPr>
        <p:blipFill>
          <a:blip r:embed="rId7"/>
          <a:stretch>
            <a:fillRect/>
          </a:stretch>
        </p:blipFill>
        <p:spPr>
          <a:xfrm>
            <a:off x="4251463" y="-10184807"/>
            <a:ext cx="4216988" cy="7739516"/>
          </a:xfrm>
          <a:prstGeom prst="rect">
            <a:avLst/>
          </a:prstGeom>
        </p:spPr>
      </p:pic>
      <p:pic>
        <p:nvPicPr>
          <p:cNvPr id="7" name="Picture 6">
            <a:extLst>
              <a:ext uri="{FF2B5EF4-FFF2-40B4-BE49-F238E27FC236}">
                <a16:creationId xmlns:a16="http://schemas.microsoft.com/office/drawing/2014/main" id="{55C595C5-327E-6F3F-660D-9D8B8C688DD2}"/>
              </a:ext>
            </a:extLst>
          </p:cNvPr>
          <p:cNvPicPr>
            <a:picLocks noChangeAspect="1"/>
          </p:cNvPicPr>
          <p:nvPr/>
        </p:nvPicPr>
        <p:blipFill>
          <a:blip r:embed="rId8"/>
          <a:stretch>
            <a:fillRect/>
          </a:stretch>
        </p:blipFill>
        <p:spPr>
          <a:xfrm>
            <a:off x="8794539" y="-10184807"/>
            <a:ext cx="4216988" cy="7739516"/>
          </a:xfrm>
          <a:prstGeom prst="rect">
            <a:avLst/>
          </a:prstGeom>
        </p:spPr>
      </p:pic>
      <p:pic>
        <p:nvPicPr>
          <p:cNvPr id="9" name="Picture 8">
            <a:extLst>
              <a:ext uri="{FF2B5EF4-FFF2-40B4-BE49-F238E27FC236}">
                <a16:creationId xmlns:a16="http://schemas.microsoft.com/office/drawing/2014/main" id="{C0A1E897-788E-6CA9-6002-62CE0E1EBF5A}"/>
              </a:ext>
            </a:extLst>
          </p:cNvPr>
          <p:cNvPicPr>
            <a:picLocks noChangeAspect="1"/>
          </p:cNvPicPr>
          <p:nvPr/>
        </p:nvPicPr>
        <p:blipFill>
          <a:blip r:embed="rId9"/>
          <a:stretch>
            <a:fillRect/>
          </a:stretch>
        </p:blipFill>
        <p:spPr>
          <a:xfrm>
            <a:off x="13290672" y="-10184807"/>
            <a:ext cx="4216988" cy="7739516"/>
          </a:xfrm>
          <a:prstGeom prst="rect">
            <a:avLst/>
          </a:prstGeom>
        </p:spPr>
      </p:pic>
      <p:pic>
        <p:nvPicPr>
          <p:cNvPr id="8" name="Picture 7">
            <a:extLst>
              <a:ext uri="{FF2B5EF4-FFF2-40B4-BE49-F238E27FC236}">
                <a16:creationId xmlns:a16="http://schemas.microsoft.com/office/drawing/2014/main" id="{B4B88DFF-AD50-D4A8-3310-F22BEF996002}"/>
              </a:ext>
            </a:extLst>
          </p:cNvPr>
          <p:cNvPicPr>
            <a:picLocks noChangeAspect="1"/>
          </p:cNvPicPr>
          <p:nvPr/>
        </p:nvPicPr>
        <p:blipFill>
          <a:blip r:embed="rId10"/>
          <a:stretch>
            <a:fillRect/>
          </a:stretch>
        </p:blipFill>
        <p:spPr>
          <a:xfrm>
            <a:off x="457201" y="1471424"/>
            <a:ext cx="7848600" cy="7820779"/>
          </a:xfrm>
          <a:prstGeom prst="rect">
            <a:avLst/>
          </a:prstGeom>
        </p:spPr>
      </p:pic>
      <p:pic>
        <p:nvPicPr>
          <p:cNvPr id="11" name="Picture 10">
            <a:extLst>
              <a:ext uri="{FF2B5EF4-FFF2-40B4-BE49-F238E27FC236}">
                <a16:creationId xmlns:a16="http://schemas.microsoft.com/office/drawing/2014/main" id="{CA371E09-B63B-C5E3-08E2-F61AF1D1EC31}"/>
              </a:ext>
            </a:extLst>
          </p:cNvPr>
          <p:cNvPicPr>
            <a:picLocks noChangeAspect="1"/>
          </p:cNvPicPr>
          <p:nvPr/>
        </p:nvPicPr>
        <p:blipFill>
          <a:blip r:embed="rId11"/>
          <a:stretch>
            <a:fillRect/>
          </a:stretch>
        </p:blipFill>
        <p:spPr>
          <a:xfrm>
            <a:off x="8794539" y="1471425"/>
            <a:ext cx="9036261" cy="4479338"/>
          </a:xfrm>
          <a:prstGeom prst="rect">
            <a:avLst/>
          </a:prstGeom>
        </p:spPr>
      </p:pic>
      <p:sp>
        <p:nvSpPr>
          <p:cNvPr id="12" name="TextBox 11">
            <a:extLst>
              <a:ext uri="{FF2B5EF4-FFF2-40B4-BE49-F238E27FC236}">
                <a16:creationId xmlns:a16="http://schemas.microsoft.com/office/drawing/2014/main" id="{8E07596A-6E33-ABA8-DF9F-B0A5854033B4}"/>
              </a:ext>
            </a:extLst>
          </p:cNvPr>
          <p:cNvSpPr txBox="1"/>
          <p:nvPr/>
        </p:nvSpPr>
        <p:spPr>
          <a:xfrm>
            <a:off x="8794539" y="6097989"/>
            <a:ext cx="9036261" cy="3046988"/>
          </a:xfrm>
          <a:prstGeom prst="rect">
            <a:avLst/>
          </a:prstGeom>
          <a:noFill/>
        </p:spPr>
        <p:txBody>
          <a:bodyPr wrap="square" rtlCol="0">
            <a:spAutoFit/>
          </a:bodyPr>
          <a:lstStyle/>
          <a:p>
            <a:pPr algn="ctr"/>
            <a:r>
              <a:rPr lang="en-US" sz="3200" b="1" i="0" dirty="0">
                <a:solidFill>
                  <a:schemeClr val="bg1"/>
                </a:solidFill>
                <a:effectLst/>
                <a:latin typeface="Times New Roman" panose="02020603050405020304" pitchFamily="18" charset="0"/>
                <a:cs typeface="Times New Roman" panose="02020603050405020304" pitchFamily="18" charset="0"/>
              </a:rPr>
              <a:t>The dispatcher interface provides real-time coordination of ambulances, incidents, and hospitals via live tracking, AI-driven dispatch, and two-way communication. It streamlines emergency response with automated tools, performance analytics, and seamless hospital integration.</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BD23BA-4CF0-7EC2-C9E6-212FAC1B62C5}"/>
              </a:ext>
            </a:extLst>
          </p:cNvPr>
          <p:cNvSpPr txBox="1"/>
          <p:nvPr/>
        </p:nvSpPr>
        <p:spPr>
          <a:xfrm>
            <a:off x="-4359137" y="9292203"/>
            <a:ext cx="17221200" cy="769441"/>
          </a:xfrm>
          <a:prstGeom prst="rect">
            <a:avLst/>
          </a:prstGeom>
          <a:noFill/>
        </p:spPr>
        <p:txBody>
          <a:bodyPr wrap="square" rtlCol="0">
            <a:spAutoFit/>
          </a:bodyPr>
          <a:lstStyle/>
          <a:p>
            <a:pPr algn="ctr"/>
            <a:r>
              <a:rPr lang="en-IN" sz="4400" b="1" i="0" dirty="0">
                <a:solidFill>
                  <a:schemeClr val="bg1"/>
                </a:solidFill>
                <a:effectLst/>
                <a:latin typeface="Times New Roman" panose="02020603050405020304" pitchFamily="18" charset="0"/>
                <a:cs typeface="Times New Roman" panose="02020603050405020304" pitchFamily="18" charset="0"/>
              </a:rPr>
              <a:t>Analytics &amp; Reporting</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020451DC-E9A5-EB02-A120-FD91968C7512}"/>
              </a:ext>
            </a:extLst>
          </p:cNvPr>
          <p:cNvSpPr/>
          <p:nvPr/>
        </p:nvSpPr>
        <p:spPr>
          <a:xfrm>
            <a:off x="11028517" y="9265776"/>
            <a:ext cx="4708215" cy="718158"/>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1DF821F-D050-CEC3-C15B-24CFD1AAD3A3}"/>
              </a:ext>
            </a:extLst>
          </p:cNvPr>
          <p:cNvSpPr txBox="1"/>
          <p:nvPr/>
        </p:nvSpPr>
        <p:spPr>
          <a:xfrm>
            <a:off x="11474198" y="9362485"/>
            <a:ext cx="4149060" cy="3616375"/>
          </a:xfrm>
          <a:prstGeom prst="rect">
            <a:avLst/>
          </a:prstGeom>
          <a:noFill/>
        </p:spPr>
        <p:txBody>
          <a:bodyPr wrap="square">
            <a:spAutoFit/>
          </a:bodyPr>
          <a:lstStyle/>
          <a:p>
            <a:r>
              <a:rPr lang="en-IN" sz="3200" b="1" i="0" u="none" strike="noStrike" dirty="0">
                <a:solidFill>
                  <a:srgbClr val="000000"/>
                </a:solidFill>
                <a:effectLst/>
                <a:latin typeface="Roboto Mono" panose="00000009000000000000" pitchFamily="49" charset="0"/>
              </a:rPr>
              <a:t>LIVE DEMO:</a:t>
            </a:r>
            <a:r>
              <a:rPr lang="en-US" sz="3200" b="1" i="0" u="sng" strike="noStrike" dirty="0">
                <a:solidFill>
                  <a:srgbClr val="DF2935"/>
                </a:solidFill>
                <a:effectLst/>
                <a:latin typeface="Roboto Mono" panose="020F0502020204030204" pitchFamily="49" charset="0"/>
                <a:hlinkClick r:id="rId12"/>
              </a:rPr>
              <a:t>Link</a:t>
            </a:r>
            <a:endParaRPr lang="en-US" sz="3200" b="0" dirty="0">
              <a:effectLst/>
            </a:endParaRPr>
          </a:p>
          <a:p>
            <a:pPr rtl="0">
              <a:buNone/>
            </a:pPr>
            <a:endParaRPr lang="en-US" sz="3200" b="0" dirty="0">
              <a:effectLst/>
            </a:endParaRPr>
          </a:p>
          <a:p>
            <a:pPr>
              <a:buNone/>
            </a:pPr>
            <a:br>
              <a:rPr lang="en-US" sz="3200" b="0" dirty="0">
                <a:effectLst/>
              </a:rPr>
            </a:br>
            <a:br>
              <a:rPr lang="en-US" sz="3200" b="0" dirty="0">
                <a:effectLst/>
              </a:rPr>
            </a:br>
            <a:endParaRPr lang="en-IN" sz="3200" dirty="0"/>
          </a:p>
          <a:p>
            <a:pPr algn="ctr" rtl="0">
              <a:spcBef>
                <a:spcPts val="600"/>
              </a:spcBef>
              <a:spcAft>
                <a:spcPts val="600"/>
              </a:spcAft>
              <a:buNone/>
            </a:pPr>
            <a:br>
              <a:rPr lang="en-IN" sz="3200" dirty="0"/>
            </a:br>
            <a:endParaRPr lang="en-IN" sz="3200" dirty="0"/>
          </a:p>
        </p:txBody>
      </p:sp>
    </p:spTree>
    <p:extLst>
      <p:ext uri="{BB962C8B-B14F-4D97-AF65-F5344CB8AC3E}">
        <p14:creationId xmlns:p14="http://schemas.microsoft.com/office/powerpoint/2010/main" val="2472500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FC6D2DEA-1CDE-1E4C-B8F7-C9A669A5E8CE}"/>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5F9A339F-E391-15B9-8927-2039D1E42911}"/>
              </a:ext>
            </a:extLst>
          </p:cNvPr>
          <p:cNvGrpSpPr/>
          <p:nvPr/>
        </p:nvGrpSpPr>
        <p:grpSpPr>
          <a:xfrm>
            <a:off x="-228600" y="0"/>
            <a:ext cx="15240000" cy="1138871"/>
            <a:chOff x="0" y="0"/>
            <a:chExt cx="7728616" cy="1518494"/>
          </a:xfrm>
        </p:grpSpPr>
        <p:sp>
          <p:nvSpPr>
            <p:cNvPr id="51" name="Freeform 38">
              <a:extLst>
                <a:ext uri="{FF2B5EF4-FFF2-40B4-BE49-F238E27FC236}">
                  <a16:creationId xmlns:a16="http://schemas.microsoft.com/office/drawing/2014/main" id="{F15BFA99-44E6-EC03-AF8E-B4892ACCAFFD}"/>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BF018C0A-2D2D-8E18-F25F-885156D52D07}"/>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A0A97017-7024-CEAE-0ECE-1B49EDFC04CA}"/>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Lessons Learned</a:t>
              </a:r>
            </a:p>
          </p:txBody>
        </p:sp>
      </p:grpSp>
      <p:sp>
        <p:nvSpPr>
          <p:cNvPr id="12" name="TextBox 11">
            <a:extLst>
              <a:ext uri="{FF2B5EF4-FFF2-40B4-BE49-F238E27FC236}">
                <a16:creationId xmlns:a16="http://schemas.microsoft.com/office/drawing/2014/main" id="{5EAFE45A-3F50-B8B9-4359-62CEFF1FCE32}"/>
              </a:ext>
            </a:extLst>
          </p:cNvPr>
          <p:cNvSpPr txBox="1"/>
          <p:nvPr/>
        </p:nvSpPr>
        <p:spPr>
          <a:xfrm>
            <a:off x="161941" y="1247213"/>
            <a:ext cx="17516459" cy="1569660"/>
          </a:xfrm>
          <a:prstGeom prst="rect">
            <a:avLst/>
          </a:prstGeom>
          <a:noFill/>
        </p:spPr>
        <p:txBody>
          <a:bodyPr wrap="square" rtlCol="0">
            <a:spAutoFit/>
          </a:bodyPr>
          <a:lstStyle/>
          <a:p>
            <a:pPr algn="ctr"/>
            <a:r>
              <a:rPr lang="en-US" sz="3200" b="1" i="0" dirty="0">
                <a:solidFill>
                  <a:schemeClr val="bg1"/>
                </a:solidFill>
                <a:effectLst/>
                <a:latin typeface="Times New Roman" panose="02020603050405020304" pitchFamily="18" charset="0"/>
                <a:cs typeface="Times New Roman" panose="02020603050405020304" pitchFamily="18" charset="0"/>
              </a:rPr>
              <a:t>During the development and integration of the </a:t>
            </a:r>
            <a:r>
              <a:rPr lang="en-US" sz="3200" b="1" i="0" dirty="0" err="1">
                <a:solidFill>
                  <a:schemeClr val="bg1"/>
                </a:solidFill>
                <a:effectLst/>
                <a:latin typeface="Times New Roman" panose="02020603050405020304" pitchFamily="18" charset="0"/>
                <a:cs typeface="Times New Roman" panose="02020603050405020304" pitchFamily="18" charset="0"/>
              </a:rPr>
              <a:t>BOSHealth</a:t>
            </a:r>
            <a:r>
              <a:rPr lang="en-US" sz="3200" b="1" i="0" dirty="0">
                <a:solidFill>
                  <a:schemeClr val="bg1"/>
                </a:solidFill>
                <a:effectLst/>
                <a:latin typeface="Times New Roman" panose="02020603050405020304" pitchFamily="18" charset="0"/>
                <a:cs typeface="Times New Roman" panose="02020603050405020304" pitchFamily="18" charset="0"/>
              </a:rPr>
              <a:t> Emergency Response App and its associated dashboards, the team encountered several practical and technical insights that shaped the final product: </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9A335ED6-4935-36CC-00B0-C2EEC1B475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0950" y="2468503"/>
            <a:ext cx="4382552" cy="3820142"/>
          </a:xfrm>
          <a:prstGeom prst="rect">
            <a:avLst/>
          </a:prstGeom>
        </p:spPr>
      </p:pic>
      <p:pic>
        <p:nvPicPr>
          <p:cNvPr id="18" name="Picture 17">
            <a:extLst>
              <a:ext uri="{FF2B5EF4-FFF2-40B4-BE49-F238E27FC236}">
                <a16:creationId xmlns:a16="http://schemas.microsoft.com/office/drawing/2014/main" id="{C5620832-ABE7-3B45-13AD-1B611BD36A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52626" y="3000813"/>
            <a:ext cx="3136384" cy="3136384"/>
          </a:xfrm>
          <a:prstGeom prst="rect">
            <a:avLst/>
          </a:prstGeom>
        </p:spPr>
      </p:pic>
      <p:pic>
        <p:nvPicPr>
          <p:cNvPr id="20" name="Picture 19">
            <a:extLst>
              <a:ext uri="{FF2B5EF4-FFF2-40B4-BE49-F238E27FC236}">
                <a16:creationId xmlns:a16="http://schemas.microsoft.com/office/drawing/2014/main" id="{18DDE4D8-B510-B454-9F43-2A21EBFF81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302272" y="2821969"/>
            <a:ext cx="3418255" cy="3605724"/>
          </a:xfrm>
          <a:prstGeom prst="rect">
            <a:avLst/>
          </a:prstGeom>
        </p:spPr>
      </p:pic>
      <p:sp>
        <p:nvSpPr>
          <p:cNvPr id="21" name="TextBox 20">
            <a:extLst>
              <a:ext uri="{FF2B5EF4-FFF2-40B4-BE49-F238E27FC236}">
                <a16:creationId xmlns:a16="http://schemas.microsoft.com/office/drawing/2014/main" id="{F3E66DFE-1A13-A1CD-B546-0C2A6D50765E}"/>
              </a:ext>
            </a:extLst>
          </p:cNvPr>
          <p:cNvSpPr txBox="1"/>
          <p:nvPr/>
        </p:nvSpPr>
        <p:spPr>
          <a:xfrm>
            <a:off x="-272112" y="5915564"/>
            <a:ext cx="6010259" cy="584775"/>
          </a:xfrm>
          <a:prstGeom prst="rect">
            <a:avLst/>
          </a:prstGeom>
          <a:noFill/>
        </p:spPr>
        <p:txBody>
          <a:bodyPr wrap="square" rtlCol="0">
            <a:spAutoFit/>
          </a:bodyPr>
          <a:lstStyle/>
          <a:p>
            <a:pPr algn="ctr"/>
            <a:r>
              <a:rPr lang="en-US" sz="3200" b="1" i="0" dirty="0">
                <a:solidFill>
                  <a:schemeClr val="bg1"/>
                </a:solidFill>
                <a:effectLst/>
                <a:latin typeface="Times New Roman" panose="02020603050405020304" pitchFamily="18" charset="0"/>
                <a:cs typeface="Times New Roman" panose="02020603050405020304" pitchFamily="18" charset="0"/>
              </a:rPr>
              <a:t>User-Centric Design</a:t>
            </a:r>
          </a:p>
        </p:txBody>
      </p:sp>
      <p:sp>
        <p:nvSpPr>
          <p:cNvPr id="22" name="TextBox 21">
            <a:extLst>
              <a:ext uri="{FF2B5EF4-FFF2-40B4-BE49-F238E27FC236}">
                <a16:creationId xmlns:a16="http://schemas.microsoft.com/office/drawing/2014/main" id="{817F14C4-E85B-12EF-EED8-F6B23FE2A907}"/>
              </a:ext>
            </a:extLst>
          </p:cNvPr>
          <p:cNvSpPr txBox="1"/>
          <p:nvPr/>
        </p:nvSpPr>
        <p:spPr>
          <a:xfrm>
            <a:off x="5802920" y="5961472"/>
            <a:ext cx="6010259" cy="584775"/>
          </a:xfrm>
          <a:prstGeom prst="rect">
            <a:avLst/>
          </a:prstGeom>
          <a:noFill/>
        </p:spPr>
        <p:txBody>
          <a:bodyPr wrap="square" rtlCol="0">
            <a:spAutoFit/>
          </a:bodyPr>
          <a:lstStyle/>
          <a:p>
            <a:pPr algn="ctr"/>
            <a:r>
              <a:rPr lang="en-US" sz="3200" b="1" i="0" dirty="0">
                <a:solidFill>
                  <a:schemeClr val="bg1"/>
                </a:solidFill>
                <a:effectLst/>
                <a:latin typeface="Times New Roman" panose="02020603050405020304" pitchFamily="18" charset="0"/>
                <a:cs typeface="Times New Roman" panose="02020603050405020304" pitchFamily="18" charset="0"/>
              </a:rPr>
              <a:t>Real-Time Data Sync</a:t>
            </a:r>
          </a:p>
        </p:txBody>
      </p:sp>
      <p:sp>
        <p:nvSpPr>
          <p:cNvPr id="23" name="TextBox 22">
            <a:extLst>
              <a:ext uri="{FF2B5EF4-FFF2-40B4-BE49-F238E27FC236}">
                <a16:creationId xmlns:a16="http://schemas.microsoft.com/office/drawing/2014/main" id="{28616A74-F707-617E-1553-7C6F08C5CBC4}"/>
              </a:ext>
            </a:extLst>
          </p:cNvPr>
          <p:cNvSpPr txBox="1"/>
          <p:nvPr/>
        </p:nvSpPr>
        <p:spPr>
          <a:xfrm>
            <a:off x="12094078" y="5940590"/>
            <a:ext cx="6010259" cy="584775"/>
          </a:xfrm>
          <a:prstGeom prst="rect">
            <a:avLst/>
          </a:prstGeom>
          <a:noFill/>
        </p:spPr>
        <p:txBody>
          <a:bodyPr wrap="square" rtlCol="0">
            <a:spAutoFit/>
          </a:bodyPr>
          <a:lstStyle/>
          <a:p>
            <a:pPr algn="ctr"/>
            <a:r>
              <a:rPr lang="en-US" sz="3200" b="1" i="0" dirty="0">
                <a:solidFill>
                  <a:schemeClr val="bg1"/>
                </a:solidFill>
                <a:effectLst/>
                <a:latin typeface="Times New Roman" panose="02020603050405020304" pitchFamily="18" charset="0"/>
                <a:cs typeface="Times New Roman" panose="02020603050405020304" pitchFamily="18" charset="0"/>
              </a:rPr>
              <a:t>Inter-Interface Communication</a:t>
            </a:r>
          </a:p>
        </p:txBody>
      </p:sp>
      <p:pic>
        <p:nvPicPr>
          <p:cNvPr id="4" name="Picture 3">
            <a:extLst>
              <a:ext uri="{FF2B5EF4-FFF2-40B4-BE49-F238E27FC236}">
                <a16:creationId xmlns:a16="http://schemas.microsoft.com/office/drawing/2014/main" id="{FA8B571F-EC03-C484-9FAE-6CCD5A77C11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71800" y="6609697"/>
            <a:ext cx="5018088" cy="3074913"/>
          </a:xfrm>
          <a:prstGeom prst="rect">
            <a:avLst/>
          </a:prstGeom>
        </p:spPr>
      </p:pic>
      <p:pic>
        <p:nvPicPr>
          <p:cNvPr id="8" name="Picture 7">
            <a:extLst>
              <a:ext uri="{FF2B5EF4-FFF2-40B4-BE49-F238E27FC236}">
                <a16:creationId xmlns:a16="http://schemas.microsoft.com/office/drawing/2014/main" id="{EC08C1CC-ED1F-F2AE-A0DE-E8FE7FCB398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976171" y="6557296"/>
            <a:ext cx="3136385" cy="3136385"/>
          </a:xfrm>
          <a:prstGeom prst="rect">
            <a:avLst/>
          </a:prstGeom>
        </p:spPr>
      </p:pic>
      <p:sp>
        <p:nvSpPr>
          <p:cNvPr id="10" name="TextBox 9">
            <a:extLst>
              <a:ext uri="{FF2B5EF4-FFF2-40B4-BE49-F238E27FC236}">
                <a16:creationId xmlns:a16="http://schemas.microsoft.com/office/drawing/2014/main" id="{8646C5C7-9BF8-9336-19BB-3356F60F302B}"/>
              </a:ext>
            </a:extLst>
          </p:cNvPr>
          <p:cNvSpPr txBox="1"/>
          <p:nvPr/>
        </p:nvSpPr>
        <p:spPr>
          <a:xfrm>
            <a:off x="9165771" y="9637747"/>
            <a:ext cx="6853230"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Real-World Network Challenges </a:t>
            </a:r>
            <a:endParaRPr lang="en-US" sz="3200" b="1" i="0" dirty="0">
              <a:solidFill>
                <a:schemeClr val="bg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36A91B2-242C-248A-6CA9-3AC055BBC85A}"/>
              </a:ext>
            </a:extLst>
          </p:cNvPr>
          <p:cNvSpPr txBox="1"/>
          <p:nvPr/>
        </p:nvSpPr>
        <p:spPr>
          <a:xfrm>
            <a:off x="1503284" y="9597516"/>
            <a:ext cx="7458059" cy="584775"/>
          </a:xfrm>
          <a:prstGeom prst="rect">
            <a:avLst/>
          </a:prstGeom>
          <a:no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Prioritizing Features for Impact</a:t>
            </a:r>
            <a:endParaRPr lang="en-US" sz="3200" b="1" i="0" dirty="0">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980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Effect transition="in" filter="fade">
                                      <p:cBhvr>
                                        <p:cTn id="21" dur="500"/>
                                        <p:tgtEl>
                                          <p:spTgt spid="18"/>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par>
                                <p:cTn id="34" presetID="53" presetClass="entr" presetSubtype="16"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500" fill="hold"/>
                                        <p:tgtEl>
                                          <p:spTgt spid="20"/>
                                        </p:tgtEl>
                                        <p:attrNameLst>
                                          <p:attrName>ppt_w</p:attrName>
                                        </p:attrNameLst>
                                      </p:cBhvr>
                                      <p:tavLst>
                                        <p:tav tm="0">
                                          <p:val>
                                            <p:fltVal val="0"/>
                                          </p:val>
                                        </p:tav>
                                        <p:tav tm="100000">
                                          <p:val>
                                            <p:strVal val="#ppt_w"/>
                                          </p:val>
                                        </p:tav>
                                      </p:tavLst>
                                    </p:anim>
                                    <p:anim calcmode="lin" valueType="num">
                                      <p:cBhvr>
                                        <p:cTn id="37" dur="500" fill="hold"/>
                                        <p:tgtEl>
                                          <p:spTgt spid="20"/>
                                        </p:tgtEl>
                                        <p:attrNameLst>
                                          <p:attrName>ppt_h</p:attrName>
                                        </p:attrNameLst>
                                      </p:cBhvr>
                                      <p:tavLst>
                                        <p:tav tm="0">
                                          <p:val>
                                            <p:fltVal val="0"/>
                                          </p:val>
                                        </p:tav>
                                        <p:tav tm="100000">
                                          <p:val>
                                            <p:strVal val="#ppt_h"/>
                                          </p:val>
                                        </p:tav>
                                      </p:tavLst>
                                    </p:anim>
                                    <p:animEffect transition="in" filter="fade">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p:cTn id="43" dur="500" fill="hold"/>
                                        <p:tgtEl>
                                          <p:spTgt spid="4"/>
                                        </p:tgtEl>
                                        <p:attrNameLst>
                                          <p:attrName>ppt_w</p:attrName>
                                        </p:attrNameLst>
                                      </p:cBhvr>
                                      <p:tavLst>
                                        <p:tav tm="0">
                                          <p:val>
                                            <p:fltVal val="0"/>
                                          </p:val>
                                        </p:tav>
                                        <p:tav tm="100000">
                                          <p:val>
                                            <p:strVal val="#ppt_w"/>
                                          </p:val>
                                        </p:tav>
                                      </p:tavLst>
                                    </p:anim>
                                    <p:anim calcmode="lin" valueType="num">
                                      <p:cBhvr>
                                        <p:cTn id="44" dur="500" fill="hold"/>
                                        <p:tgtEl>
                                          <p:spTgt spid="4"/>
                                        </p:tgtEl>
                                        <p:attrNameLst>
                                          <p:attrName>ppt_h</p:attrName>
                                        </p:attrNameLst>
                                      </p:cBhvr>
                                      <p:tavLst>
                                        <p:tav tm="0">
                                          <p:val>
                                            <p:fltVal val="0"/>
                                          </p:val>
                                        </p:tav>
                                        <p:tav tm="100000">
                                          <p:val>
                                            <p:strVal val="#ppt_h"/>
                                          </p:val>
                                        </p:tav>
                                      </p:tavLst>
                                    </p:anim>
                                    <p:animEffect transition="in" filter="fade">
                                      <p:cBhvr>
                                        <p:cTn id="45" dur="500"/>
                                        <p:tgtEl>
                                          <p:spTgt spid="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fill="hold"/>
                                        <p:tgtEl>
                                          <p:spTgt spid="8"/>
                                        </p:tgtEl>
                                        <p:attrNameLst>
                                          <p:attrName>ppt_w</p:attrName>
                                        </p:attrNameLst>
                                      </p:cBhvr>
                                      <p:tavLst>
                                        <p:tav tm="0">
                                          <p:val>
                                            <p:fltVal val="0"/>
                                          </p:val>
                                        </p:tav>
                                        <p:tav tm="100000">
                                          <p:val>
                                            <p:strVal val="#ppt_w"/>
                                          </p:val>
                                        </p:tav>
                                      </p:tavLst>
                                    </p:anim>
                                    <p:anim calcmode="lin" valueType="num">
                                      <p:cBhvr>
                                        <p:cTn id="56" dur="500" fill="hold"/>
                                        <p:tgtEl>
                                          <p:spTgt spid="8"/>
                                        </p:tgtEl>
                                        <p:attrNameLst>
                                          <p:attrName>ppt_h</p:attrName>
                                        </p:attrNameLst>
                                      </p:cBhvr>
                                      <p:tavLst>
                                        <p:tav tm="0">
                                          <p:val>
                                            <p:fltVal val="0"/>
                                          </p:val>
                                        </p:tav>
                                        <p:tav tm="100000">
                                          <p:val>
                                            <p:strVal val="#ppt_h"/>
                                          </p:val>
                                        </p:tav>
                                      </p:tavLst>
                                    </p:anim>
                                    <p:animEffect transition="in" filter="fade">
                                      <p:cBhvr>
                                        <p:cTn id="57" dur="500"/>
                                        <p:tgtEl>
                                          <p:spTgt spid="8"/>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 calcmode="lin" valueType="num">
                                      <p:cBhvr>
                                        <p:cTn id="60" dur="500" fill="hold"/>
                                        <p:tgtEl>
                                          <p:spTgt spid="10"/>
                                        </p:tgtEl>
                                        <p:attrNameLst>
                                          <p:attrName>ppt_w</p:attrName>
                                        </p:attrNameLst>
                                      </p:cBhvr>
                                      <p:tavLst>
                                        <p:tav tm="0">
                                          <p:val>
                                            <p:fltVal val="0"/>
                                          </p:val>
                                        </p:tav>
                                        <p:tav tm="100000">
                                          <p:val>
                                            <p:strVal val="#ppt_w"/>
                                          </p:val>
                                        </p:tav>
                                      </p:tavLst>
                                    </p:anim>
                                    <p:anim calcmode="lin" valueType="num">
                                      <p:cBhvr>
                                        <p:cTn id="61" dur="500" fill="hold"/>
                                        <p:tgtEl>
                                          <p:spTgt spid="10"/>
                                        </p:tgtEl>
                                        <p:attrNameLst>
                                          <p:attrName>ppt_h</p:attrName>
                                        </p:attrNameLst>
                                      </p:cBhvr>
                                      <p:tavLst>
                                        <p:tav tm="0">
                                          <p:val>
                                            <p:fltVal val="0"/>
                                          </p:val>
                                        </p:tav>
                                        <p:tav tm="100000">
                                          <p:val>
                                            <p:strVal val="#ppt_h"/>
                                          </p:val>
                                        </p:tav>
                                      </p:tavLst>
                                    </p:anim>
                                    <p:animEffect transition="in" filter="fade">
                                      <p:cBhvr>
                                        <p:cTn id="6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a:extLst>
            <a:ext uri="{FF2B5EF4-FFF2-40B4-BE49-F238E27FC236}">
              <a16:creationId xmlns:a16="http://schemas.microsoft.com/office/drawing/2014/main" id="{BCA8E12B-CEDD-D00A-A564-B4EB499AA468}"/>
            </a:ext>
          </a:extLst>
        </p:cNvPr>
        <p:cNvGrpSpPr/>
        <p:nvPr/>
      </p:nvGrpSpPr>
      <p:grpSpPr>
        <a:xfrm>
          <a:off x="0" y="0"/>
          <a:ext cx="0" cy="0"/>
          <a:chOff x="0" y="0"/>
          <a:chExt cx="0" cy="0"/>
        </a:xfrm>
      </p:grpSpPr>
      <p:grpSp>
        <p:nvGrpSpPr>
          <p:cNvPr id="50" name="Group 37">
            <a:extLst>
              <a:ext uri="{FF2B5EF4-FFF2-40B4-BE49-F238E27FC236}">
                <a16:creationId xmlns:a16="http://schemas.microsoft.com/office/drawing/2014/main" id="{21241513-8E79-AE33-5692-0E3BD43B0B3F}"/>
              </a:ext>
            </a:extLst>
          </p:cNvPr>
          <p:cNvGrpSpPr/>
          <p:nvPr/>
        </p:nvGrpSpPr>
        <p:grpSpPr>
          <a:xfrm>
            <a:off x="-228600" y="0"/>
            <a:ext cx="8839200" cy="1138871"/>
            <a:chOff x="0" y="0"/>
            <a:chExt cx="7728616" cy="1518494"/>
          </a:xfrm>
        </p:grpSpPr>
        <p:sp>
          <p:nvSpPr>
            <p:cNvPr id="51" name="Freeform 38">
              <a:extLst>
                <a:ext uri="{FF2B5EF4-FFF2-40B4-BE49-F238E27FC236}">
                  <a16:creationId xmlns:a16="http://schemas.microsoft.com/office/drawing/2014/main" id="{722E6276-06ED-5248-04B5-6E1573888E76}"/>
                </a:ext>
              </a:extLst>
            </p:cNvPr>
            <p:cNvSpPr/>
            <p:nvPr/>
          </p:nvSpPr>
          <p:spPr>
            <a:xfrm>
              <a:off x="0" y="0"/>
              <a:ext cx="5319566" cy="1518494"/>
            </a:xfrm>
            <a:custGeom>
              <a:avLst/>
              <a:gdLst/>
              <a:ahLst/>
              <a:cxnLst/>
              <a:rect l="l" t="t" r="r" b="b"/>
              <a:pathLst>
                <a:path w="5319566" h="1518494">
                  <a:moveTo>
                    <a:pt x="0" y="0"/>
                  </a:moveTo>
                  <a:lnTo>
                    <a:pt x="5319566" y="0"/>
                  </a:lnTo>
                  <a:lnTo>
                    <a:pt x="5319566" y="1518494"/>
                  </a:lnTo>
                  <a:lnTo>
                    <a:pt x="0" y="1518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Freeform 39">
              <a:extLst>
                <a:ext uri="{FF2B5EF4-FFF2-40B4-BE49-F238E27FC236}">
                  <a16:creationId xmlns:a16="http://schemas.microsoft.com/office/drawing/2014/main" id="{97CF5E7D-7D93-7B02-3707-E418D0E1BAC1}"/>
                </a:ext>
              </a:extLst>
            </p:cNvPr>
            <p:cNvSpPr/>
            <p:nvPr/>
          </p:nvSpPr>
          <p:spPr>
            <a:xfrm>
              <a:off x="2409050" y="0"/>
              <a:ext cx="5319566" cy="1518494"/>
            </a:xfrm>
            <a:custGeom>
              <a:avLst/>
              <a:gdLst/>
              <a:ahLst/>
              <a:cxnLst/>
              <a:rect l="l" t="t" r="r" b="b"/>
              <a:pathLst>
                <a:path w="5319566" h="1518494">
                  <a:moveTo>
                    <a:pt x="0" y="0"/>
                  </a:moveTo>
                  <a:lnTo>
                    <a:pt x="5319565" y="0"/>
                  </a:lnTo>
                  <a:lnTo>
                    <a:pt x="5319565" y="1518494"/>
                  </a:lnTo>
                  <a:lnTo>
                    <a:pt x="0" y="1518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3" name="TextBox 40">
              <a:extLst>
                <a:ext uri="{FF2B5EF4-FFF2-40B4-BE49-F238E27FC236}">
                  <a16:creationId xmlns:a16="http://schemas.microsoft.com/office/drawing/2014/main" id="{7ECF7D3D-DB2A-A021-46CE-B0DA6EEAEDEA}"/>
                </a:ext>
              </a:extLst>
            </p:cNvPr>
            <p:cNvSpPr txBox="1"/>
            <p:nvPr/>
          </p:nvSpPr>
          <p:spPr>
            <a:xfrm>
              <a:off x="1098398" y="144456"/>
              <a:ext cx="4836407" cy="1024212"/>
            </a:xfrm>
            <a:prstGeom prst="rect">
              <a:avLst/>
            </a:prstGeom>
          </p:spPr>
          <p:txBody>
            <a:bodyPr lIns="0" tIns="0" rIns="0" bIns="0" rtlCol="0" anchor="t">
              <a:spAutoFit/>
            </a:bodyPr>
            <a:lstStyle/>
            <a:p>
              <a:pPr marL="0" marR="0" lvl="0" indent="0" algn="ctr" defTabSz="914400" rtl="0" eaLnBrk="1" fontAlgn="auto" latinLnBrk="0" hangingPunct="1">
                <a:lnSpc>
                  <a:spcPts val="6527"/>
                </a:lnSpc>
                <a:spcBef>
                  <a:spcPct val="0"/>
                </a:spcBef>
                <a:spcAft>
                  <a:spcPts val="0"/>
                </a:spcAft>
                <a:buClrTx/>
                <a:buSzTx/>
                <a:buFontTx/>
                <a:buNone/>
                <a:tabLst/>
                <a:defRPr/>
              </a:pPr>
              <a:r>
                <a:rPr kumimoji="0" lang="en-US" sz="4662" b="1" i="0" u="none" strike="noStrike" kern="1200" cap="none" spc="0" normalizeH="0" baseline="0" noProof="0" dirty="0">
                  <a:ln>
                    <a:noFill/>
                  </a:ln>
                  <a:solidFill>
                    <a:prstClr val="white"/>
                  </a:solidFill>
                  <a:effectLst/>
                  <a:uLnTx/>
                  <a:uFillTx/>
                  <a:latin typeface="Raleway Bold"/>
                  <a:ea typeface="Raleway Bold"/>
                  <a:cs typeface="Raleway Bold"/>
                  <a:sym typeface="Raleway Bold"/>
                </a:rPr>
                <a:t>Closing Statement</a:t>
              </a:r>
            </a:p>
          </p:txBody>
        </p:sp>
      </p:grpSp>
      <p:sp>
        <p:nvSpPr>
          <p:cNvPr id="12" name="TextBox 11">
            <a:extLst>
              <a:ext uri="{FF2B5EF4-FFF2-40B4-BE49-F238E27FC236}">
                <a16:creationId xmlns:a16="http://schemas.microsoft.com/office/drawing/2014/main" id="{EDA0F50C-C250-96DD-48BE-7A7BF617637C}"/>
              </a:ext>
            </a:extLst>
          </p:cNvPr>
          <p:cNvSpPr txBox="1"/>
          <p:nvPr/>
        </p:nvSpPr>
        <p:spPr>
          <a:xfrm>
            <a:off x="385770" y="1866900"/>
            <a:ext cx="17516459" cy="4154984"/>
          </a:xfrm>
          <a:prstGeom prst="rect">
            <a:avLst/>
          </a:prstGeom>
          <a:noFill/>
        </p:spPr>
        <p:txBody>
          <a:bodyPr wrap="square" rtlCol="0">
            <a:spAutoFit/>
          </a:bodyPr>
          <a:lstStyle/>
          <a:p>
            <a:pPr algn="ctr"/>
            <a:r>
              <a:rPr lang="en-US" sz="4400" b="1" i="0" dirty="0">
                <a:solidFill>
                  <a:schemeClr val="bg1"/>
                </a:solidFill>
                <a:effectLst/>
                <a:latin typeface="Times New Roman" panose="02020603050405020304" pitchFamily="18" charset="0"/>
                <a:cs typeface="Times New Roman" panose="02020603050405020304" pitchFamily="18" charset="0"/>
              </a:rPr>
              <a:t>“</a:t>
            </a:r>
            <a:r>
              <a:rPr lang="en-US" sz="4400" b="1" i="0" dirty="0" err="1">
                <a:solidFill>
                  <a:schemeClr val="bg1"/>
                </a:solidFill>
                <a:effectLst/>
                <a:latin typeface="Times New Roman" panose="02020603050405020304" pitchFamily="18" charset="0"/>
                <a:cs typeface="Times New Roman" panose="02020603050405020304" pitchFamily="18" charset="0"/>
              </a:rPr>
              <a:t>BOSHealth</a:t>
            </a:r>
            <a:r>
              <a:rPr lang="en-US" sz="4400" b="1" i="0" dirty="0">
                <a:solidFill>
                  <a:schemeClr val="bg1"/>
                </a:solidFill>
                <a:effectLst/>
                <a:latin typeface="Times New Roman" panose="02020603050405020304" pitchFamily="18" charset="0"/>
                <a:cs typeface="Times New Roman" panose="02020603050405020304" pitchFamily="18" charset="0"/>
              </a:rPr>
              <a:t> is a transformative solution for modern emergency care. From enabling informed dispatch decisions to equipping emergency rooms before the patient even arrives, </a:t>
            </a:r>
            <a:r>
              <a:rPr lang="en-US" sz="4400" b="1" i="0" dirty="0" err="1">
                <a:solidFill>
                  <a:schemeClr val="bg1"/>
                </a:solidFill>
                <a:effectLst/>
                <a:latin typeface="Times New Roman" panose="02020603050405020304" pitchFamily="18" charset="0"/>
                <a:cs typeface="Times New Roman" panose="02020603050405020304" pitchFamily="18" charset="0"/>
              </a:rPr>
              <a:t>BOSHealth</a:t>
            </a:r>
            <a:r>
              <a:rPr lang="en-US" sz="4400" b="1" i="0" dirty="0">
                <a:solidFill>
                  <a:schemeClr val="bg1"/>
                </a:solidFill>
                <a:effectLst/>
                <a:latin typeface="Times New Roman" panose="02020603050405020304" pitchFamily="18" charset="0"/>
                <a:cs typeface="Times New Roman" panose="02020603050405020304" pitchFamily="18" charset="0"/>
              </a:rPr>
              <a:t> closes the coordination gap that has long plagued emergency systems. It is not just a digital platform; it’s a human-centered system designed to protect life when time is most precious.”</a:t>
            </a:r>
            <a:endParaRPr lang="en-IN" sz="4400" b="1"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1E55B66-5071-8B03-1063-25E3480E18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61077" y="5205842"/>
            <a:ext cx="11165844" cy="5081158"/>
          </a:xfrm>
          <a:prstGeom prst="rect">
            <a:avLst/>
          </a:prstGeom>
        </p:spPr>
      </p:pic>
    </p:spTree>
    <p:extLst>
      <p:ext uri="{BB962C8B-B14F-4D97-AF65-F5344CB8AC3E}">
        <p14:creationId xmlns:p14="http://schemas.microsoft.com/office/powerpoint/2010/main" val="381370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7910</TotalTime>
  <Words>706</Words>
  <Application>Microsoft Office PowerPoint</Application>
  <PresentationFormat>Custom</PresentationFormat>
  <Paragraphs>79</Paragraphs>
  <Slides>24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Times New Roman</vt:lpstr>
      <vt:lpstr>Calibri</vt:lpstr>
      <vt:lpstr>Raleway Bold</vt:lpstr>
      <vt:lpstr>fkGroteskNeue</vt:lpstr>
      <vt:lpstr>Arial</vt:lpstr>
      <vt:lpstr>Roboto Mono</vt:lpstr>
      <vt:lpstr>Julius Sans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Modern Bold 4 Step Cycle Infographic</dc:title>
  <dc:creator>Hp</dc:creator>
  <cp:lastModifiedBy>Gautam Jain</cp:lastModifiedBy>
  <cp:revision>7</cp:revision>
  <dcterms:created xsi:type="dcterms:W3CDTF">2006-08-16T00:00:00Z</dcterms:created>
  <dcterms:modified xsi:type="dcterms:W3CDTF">2025-04-18T00:59:54Z</dcterms:modified>
  <dc:identifier>DAGiqHM_WJ8</dc:identifier>
</cp:coreProperties>
</file>